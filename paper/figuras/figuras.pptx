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7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94664"/>
  </p:normalViewPr>
  <p:slideViewPr>
    <p:cSldViewPr snapToGrid="0">
      <p:cViewPr>
        <p:scale>
          <a:sx n="106" d="100"/>
          <a:sy n="106" d="100"/>
        </p:scale>
        <p:origin x="86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3B146-5210-6CE0-D1FA-A1D1317F4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C4B67-CF2C-FE1B-B366-5BF03700C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FB6ED-3D1D-5CAE-3E14-8E2755AF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E74C9-4AB3-61A8-BBF6-27D691C3A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362BD-DBDB-CA5A-C1DC-29E9CE98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50990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8B161-823B-2E44-42F3-029D0C37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DA65F-BD13-B4C5-9E44-B0C40DD54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F7766-28FF-0495-0E87-75BC0564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758FD-9624-FC10-C24F-7E751E8B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164F6-F20A-E0A3-C421-F0CB85ED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60492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96DB-F7EB-7A9F-1686-B8DA9F3B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8EA9A-CAEB-0A3F-8BD4-26163D24E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BAD15-12F4-47B5-BE95-0D13268B3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E9DA4-8FBC-EE3E-BF28-A95628C7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4217E-BBE0-5A22-C673-B04BFAC52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654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94D8-9EA3-BCC9-C221-305B7806B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625AA-CA9E-B5FC-6620-8E89D359D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F5CF7-237A-1F1B-0B65-99AF5FA86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BDDBE-4293-ED9D-FAB6-CA0E32232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1B689-A658-FE70-17F9-1D164D27A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220E7-0B90-89E0-2E55-9D42323F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11837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675F8-3E9C-B73D-868D-5114A493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6E40B-F0CE-B075-8075-20D1E8068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A882C-6CE0-8B48-D214-DD83642D6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BF5087-FCB8-9D1E-AD3E-6D7B0F597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9E08EC-D09E-704B-E5E9-37EE8F73F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5C9D15-6917-2CF6-5376-288E8EAC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9B270C-2C1D-769F-4285-6C1EEC43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E9DCF1-0680-B9F4-8555-8B96D7B4A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97199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9E6A8-0565-CA02-1B3E-73D50053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21D10-5947-1C4C-D357-450E2FD72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070F99-3DDA-7788-D9B0-721F313D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99F94-EE5D-C119-26BE-2F521CD0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01985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F5854A-B2B6-EAB6-B748-AEB983BE0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FC03EB-FEB2-D3D3-2EE1-2D969FBC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584C5-30CD-2254-F92B-C4120787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2622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AC0F-D509-32CF-87ED-E6A6C6C0A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CD6EA-76E2-B6D0-E3E7-D8085A064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914C0-AD10-4465-C54E-F89F28CCA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70384-96B2-EDB6-D046-B4618B23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26D48-1BBE-EE0F-C913-F26A58A8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B9AD4-9FFE-77BB-F733-EFD2C75E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6127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B93F4-913B-6FAB-B111-2D1932F0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B39011-F9E5-6FD4-A309-B56935540B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C2794-B020-620B-A8E2-77D6CC8DC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CD027-4CB2-4E0F-0CBC-818396EB4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ACCC3-83A6-180F-CC0F-9AB44910B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CFA6-404F-51AC-8047-81599E94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4182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C17B-7B4C-5D43-E6B6-A10CC5E7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9F15C7-63F9-6F22-3333-575DC6EC0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FB6DA-4450-B6D2-7D59-94975C508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5AEC2-AF3A-3668-6CE4-97404B4DE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DB2B1-12A0-428C-D010-57D15DC3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59496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FA36E0-149F-4520-54C7-6D892672E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6D708-18DE-403A-3E6C-C05C3FF3A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57FBE-9F97-0887-F66D-E55EC729D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18989-C4A7-D098-4962-7B00B8312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07751-C1B9-8DD1-95D9-ED3865CAD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57198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94E27F-C103-F13B-E727-8C68530D0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D8E6B-9154-1628-EA69-C02212F0F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C18AB-32B0-029D-1F8D-114952763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3F403-FCDF-684F-83E2-7143C32480E1}" type="datetimeFigureOut">
              <a:rPr lang="en-CL" smtClean="0"/>
              <a:t>07-07-26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452ED-62D7-F8A2-B694-23FF1DF80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AE8E4-9281-EE81-98AB-A3BF0E349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792C2-0708-5C48-86E1-73B7C30FA0ED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73402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ng shot of a desert&#10;&#10;AI-generated content may be incorrect.">
            <a:extLst>
              <a:ext uri="{FF2B5EF4-FFF2-40B4-BE49-F238E27FC236}">
                <a16:creationId xmlns:a16="http://schemas.microsoft.com/office/drawing/2014/main" id="{308E83B8-6F69-5CF9-3403-09B7F85716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47" t="16012" b="4983"/>
          <a:stretch>
            <a:fillRect/>
          </a:stretch>
        </p:blipFill>
        <p:spPr>
          <a:xfrm>
            <a:off x="14868" y="101600"/>
            <a:ext cx="9878712" cy="6858000"/>
          </a:xfrm>
          <a:prstGeom prst="rect">
            <a:avLst/>
          </a:prstGeom>
        </p:spPr>
      </p:pic>
      <p:pic>
        <p:nvPicPr>
          <p:cNvPr id="5" name="Picture 4" descr="A camera on a pole in the desert&#10;&#10;AI-generated content may be incorrect.">
            <a:extLst>
              <a:ext uri="{FF2B5EF4-FFF2-40B4-BE49-F238E27FC236}">
                <a16:creationId xmlns:a16="http://schemas.microsoft.com/office/drawing/2014/main" id="{941145B2-2E40-4258-B06D-8765EE6BCD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4" t="13673" r="26050" b="9267"/>
          <a:stretch>
            <a:fillRect/>
          </a:stretch>
        </p:blipFill>
        <p:spPr>
          <a:xfrm>
            <a:off x="7750098" y="172186"/>
            <a:ext cx="1906859" cy="278083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A306B6-F44B-985A-5B38-FCF77ADB3BA7}"/>
              </a:ext>
            </a:extLst>
          </p:cNvPr>
          <p:cNvSpPr txBox="1"/>
          <p:nvPr/>
        </p:nvSpPr>
        <p:spPr>
          <a:xfrm>
            <a:off x="758283" y="4170557"/>
            <a:ext cx="73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  <a:highlight>
                  <a:srgbClr val="C0C0C0"/>
                </a:highlight>
              </a:rPr>
              <a:t>SDC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CD2519-75ED-02C5-A2A0-62EA91EF7FF3}"/>
              </a:ext>
            </a:extLst>
          </p:cNvPr>
          <p:cNvSpPr txBox="1"/>
          <p:nvPr/>
        </p:nvSpPr>
        <p:spPr>
          <a:xfrm>
            <a:off x="3464313" y="3586976"/>
            <a:ext cx="73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  <a:highlight>
                  <a:srgbClr val="C0C0C0"/>
                </a:highlight>
              </a:rPr>
              <a:t>SFC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27EC45-CA1C-F627-AEC9-EB65DED5777E}"/>
              </a:ext>
            </a:extLst>
          </p:cNvPr>
          <p:cNvSpPr txBox="1"/>
          <p:nvPr/>
        </p:nvSpPr>
        <p:spPr>
          <a:xfrm>
            <a:off x="7292898" y="3586976"/>
            <a:ext cx="73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  <a:highlight>
                  <a:srgbClr val="C0C0C0"/>
                </a:highlight>
              </a:rPr>
              <a:t>VIS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37359FE-C015-53C9-BB06-2DE4462C7F45}"/>
              </a:ext>
            </a:extLst>
          </p:cNvPr>
          <p:cNvSpPr/>
          <p:nvPr/>
        </p:nvSpPr>
        <p:spPr>
          <a:xfrm>
            <a:off x="7292898" y="3956308"/>
            <a:ext cx="546409" cy="4818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3E1FDDAE-47B7-AC0D-E900-626DE14565C6}"/>
              </a:ext>
            </a:extLst>
          </p:cNvPr>
          <p:cNvCxnSpPr>
            <a:stCxn id="11" idx="6"/>
          </p:cNvCxnSpPr>
          <p:nvPr/>
        </p:nvCxnSpPr>
        <p:spPr>
          <a:xfrm flipV="1">
            <a:off x="7839307" y="2953023"/>
            <a:ext cx="864220" cy="1244224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F56E48C-B723-D80B-B8C8-1A8E0D2A104E}"/>
              </a:ext>
            </a:extLst>
          </p:cNvPr>
          <p:cNvCxnSpPr>
            <a:cxnSpLocks/>
          </p:cNvCxnSpPr>
          <p:nvPr/>
        </p:nvCxnSpPr>
        <p:spPr>
          <a:xfrm flipH="1">
            <a:off x="4074564" y="3964682"/>
            <a:ext cx="2264904" cy="186844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5A1D36C-9F60-CA5D-5FA9-917745BC5048}"/>
              </a:ext>
            </a:extLst>
          </p:cNvPr>
          <p:cNvSpPr txBox="1"/>
          <p:nvPr/>
        </p:nvSpPr>
        <p:spPr>
          <a:xfrm>
            <a:off x="6053370" y="3766131"/>
            <a:ext cx="13601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000" dirty="0">
                <a:solidFill>
                  <a:schemeClr val="bg1"/>
                </a:solidFill>
              </a:rPr>
              <a:t>Oceano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B3735B-94A0-FA4A-5BAD-4C2C0E5E5564}"/>
              </a:ext>
            </a:extLst>
          </p:cNvPr>
          <p:cNvCxnSpPr>
            <a:cxnSpLocks/>
          </p:cNvCxnSpPr>
          <p:nvPr/>
        </p:nvCxnSpPr>
        <p:spPr>
          <a:xfrm flipH="1">
            <a:off x="6397102" y="4170557"/>
            <a:ext cx="1132452" cy="21361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B68601-F216-BBC6-8080-68008ECBB7BE}"/>
              </a:ext>
            </a:extLst>
          </p:cNvPr>
          <p:cNvCxnSpPr>
            <a:cxnSpLocks/>
          </p:cNvCxnSpPr>
          <p:nvPr/>
        </p:nvCxnSpPr>
        <p:spPr>
          <a:xfrm>
            <a:off x="1092899" y="3575135"/>
            <a:ext cx="0" cy="553694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D5B821C-8309-2B8A-9FA0-C2894B0CF299}"/>
              </a:ext>
            </a:extLst>
          </p:cNvPr>
          <p:cNvSpPr txBox="1"/>
          <p:nvPr/>
        </p:nvSpPr>
        <p:spPr>
          <a:xfrm>
            <a:off x="1054187" y="3688028"/>
            <a:ext cx="136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Rocío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6C5B9B-4218-DF7D-B165-C49A67F7FF56}"/>
              </a:ext>
            </a:extLst>
          </p:cNvPr>
          <p:cNvSpPr txBox="1"/>
          <p:nvPr/>
        </p:nvSpPr>
        <p:spPr>
          <a:xfrm rot="21325976">
            <a:off x="4526929" y="3819795"/>
            <a:ext cx="136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400" dirty="0">
                <a:solidFill>
                  <a:schemeClr val="bg1"/>
                </a:solidFill>
              </a:rPr>
              <a:t>Niebla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87C4C2A-7EED-8CEC-E575-2547FB06FD9F}"/>
              </a:ext>
            </a:extLst>
          </p:cNvPr>
          <p:cNvSpPr/>
          <p:nvPr/>
        </p:nvSpPr>
        <p:spPr>
          <a:xfrm>
            <a:off x="6325757" y="3941132"/>
            <a:ext cx="48720" cy="471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C7C52C-41FD-AD68-F60F-017021065801}"/>
              </a:ext>
            </a:extLst>
          </p:cNvPr>
          <p:cNvSpPr txBox="1"/>
          <p:nvPr/>
        </p:nvSpPr>
        <p:spPr>
          <a:xfrm>
            <a:off x="8125132" y="5819520"/>
            <a:ext cx="16688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000" b="1" i="1" dirty="0">
                <a:solidFill>
                  <a:schemeClr val="bg1"/>
                </a:solidFill>
              </a:rPr>
              <a:t>Tillandsia landbeckii</a:t>
            </a:r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34D5F479-6961-8C03-A8BD-8D0F369C783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58587" y="6088377"/>
            <a:ext cx="425604" cy="313556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6EE1D47-C127-DCF5-6A33-0943C711BBE9}"/>
              </a:ext>
            </a:extLst>
          </p:cNvPr>
          <p:cNvSpPr txBox="1"/>
          <p:nvPr/>
        </p:nvSpPr>
        <p:spPr>
          <a:xfrm>
            <a:off x="758283" y="214352"/>
            <a:ext cx="399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b="1" dirty="0">
                <a:solidFill>
                  <a:schemeClr val="bg1"/>
                </a:solidFill>
              </a:rPr>
              <a:t>Estación OYA1211, Cerro Oyarbide</a:t>
            </a:r>
          </a:p>
        </p:txBody>
      </p:sp>
    </p:spTree>
    <p:extLst>
      <p:ext uri="{BB962C8B-B14F-4D97-AF65-F5344CB8AC3E}">
        <p14:creationId xmlns:p14="http://schemas.microsoft.com/office/powerpoint/2010/main" val="276823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map of land with blue points&#10;&#10;AI-generated content may be incorrect.">
            <a:extLst>
              <a:ext uri="{FF2B5EF4-FFF2-40B4-BE49-F238E27FC236}">
                <a16:creationId xmlns:a16="http://schemas.microsoft.com/office/drawing/2014/main" id="{4FF8493D-812D-4EFF-0D10-30F298E1F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0216761" cy="68580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25C63A-3458-36AA-674F-F3422DD07636}"/>
              </a:ext>
            </a:extLst>
          </p:cNvPr>
          <p:cNvCxnSpPr/>
          <p:nvPr/>
        </p:nvCxnSpPr>
        <p:spPr>
          <a:xfrm flipH="1" flipV="1">
            <a:off x="4973444" y="3429000"/>
            <a:ext cx="334536" cy="9868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A5D2B6-9040-4308-EA3E-A731617D2E4D}"/>
              </a:ext>
            </a:extLst>
          </p:cNvPr>
          <p:cNvCxnSpPr>
            <a:cxnSpLocks/>
          </p:cNvCxnSpPr>
          <p:nvPr/>
        </p:nvCxnSpPr>
        <p:spPr>
          <a:xfrm flipH="1" flipV="1">
            <a:off x="4761571" y="1594624"/>
            <a:ext cx="211873" cy="17358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3080DE-8270-D5B0-AE21-6CD3C54BDB5E}"/>
              </a:ext>
            </a:extLst>
          </p:cNvPr>
          <p:cNvCxnSpPr>
            <a:cxnSpLocks/>
          </p:cNvCxnSpPr>
          <p:nvPr/>
        </p:nvCxnSpPr>
        <p:spPr>
          <a:xfrm flipV="1">
            <a:off x="4148254" y="1594624"/>
            <a:ext cx="507380" cy="1449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B4C389-34F4-BF35-E9A2-11BC8109903B}"/>
              </a:ext>
            </a:extLst>
          </p:cNvPr>
          <p:cNvCxnSpPr>
            <a:cxnSpLocks/>
          </p:cNvCxnSpPr>
          <p:nvPr/>
        </p:nvCxnSpPr>
        <p:spPr>
          <a:xfrm>
            <a:off x="3813717" y="1170878"/>
            <a:ext cx="334537" cy="5687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8A767A-B0B0-B79E-BA2E-FAC4125626D4}"/>
              </a:ext>
            </a:extLst>
          </p:cNvPr>
          <p:cNvCxnSpPr>
            <a:cxnSpLocks/>
          </p:cNvCxnSpPr>
          <p:nvPr/>
        </p:nvCxnSpPr>
        <p:spPr>
          <a:xfrm>
            <a:off x="3490332" y="702527"/>
            <a:ext cx="323385" cy="4683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B4BD4C-6A94-3631-9944-62A8D15D63BD}"/>
              </a:ext>
            </a:extLst>
          </p:cNvPr>
          <p:cNvCxnSpPr>
            <a:cxnSpLocks/>
          </p:cNvCxnSpPr>
          <p:nvPr/>
        </p:nvCxnSpPr>
        <p:spPr>
          <a:xfrm>
            <a:off x="3033132" y="624468"/>
            <a:ext cx="446048" cy="780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A6DF17A-84C9-8A82-F256-C9A103C1E339}"/>
              </a:ext>
            </a:extLst>
          </p:cNvPr>
          <p:cNvCxnSpPr>
            <a:cxnSpLocks/>
          </p:cNvCxnSpPr>
          <p:nvPr/>
        </p:nvCxnSpPr>
        <p:spPr>
          <a:xfrm flipV="1">
            <a:off x="2386361" y="741556"/>
            <a:ext cx="646771" cy="1951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B04F6ED-65DE-E51D-16A4-3EF37B1D3BB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71984" y="3191109"/>
            <a:ext cx="336395" cy="33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41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land with blue points&#10;&#10;AI-generated content may be incorrect.">
            <a:extLst>
              <a:ext uri="{FF2B5EF4-FFF2-40B4-BE49-F238E27FC236}">
                <a16:creationId xmlns:a16="http://schemas.microsoft.com/office/drawing/2014/main" id="{E4036770-2C8C-ED06-BED4-78FFDC9EF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770" b="12522"/>
          <a:stretch>
            <a:fillRect/>
          </a:stretch>
        </p:blipFill>
        <p:spPr>
          <a:xfrm>
            <a:off x="0" y="4069"/>
            <a:ext cx="7992533" cy="599930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D85F708-0095-4E4D-671C-0458CF2B7670}"/>
              </a:ext>
            </a:extLst>
          </p:cNvPr>
          <p:cNvCxnSpPr/>
          <p:nvPr/>
        </p:nvCxnSpPr>
        <p:spPr>
          <a:xfrm flipH="1" flipV="1">
            <a:off x="4951141" y="3300761"/>
            <a:ext cx="312235" cy="1170878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63E1462-5795-347D-F2A5-CDF544EE5635}"/>
              </a:ext>
            </a:extLst>
          </p:cNvPr>
          <p:cNvCxnSpPr/>
          <p:nvPr/>
        </p:nvCxnSpPr>
        <p:spPr>
          <a:xfrm flipH="1" flipV="1">
            <a:off x="4739268" y="1572322"/>
            <a:ext cx="211873" cy="1728439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24A1C9-E0C7-64B2-12B2-E93FFB25DEEB}"/>
              </a:ext>
            </a:extLst>
          </p:cNvPr>
          <p:cNvCxnSpPr/>
          <p:nvPr/>
        </p:nvCxnSpPr>
        <p:spPr>
          <a:xfrm flipH="1">
            <a:off x="4159405" y="1572322"/>
            <a:ext cx="579863" cy="122663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ABC957-0E23-C8CB-BB18-CA33BD37CFE0}"/>
              </a:ext>
            </a:extLst>
          </p:cNvPr>
          <p:cNvCxnSpPr/>
          <p:nvPr/>
        </p:nvCxnSpPr>
        <p:spPr>
          <a:xfrm flipH="1" flipV="1">
            <a:off x="3813717" y="1182029"/>
            <a:ext cx="345688" cy="512956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72E190C-D2AB-CE47-595E-434D959C22F5}"/>
              </a:ext>
            </a:extLst>
          </p:cNvPr>
          <p:cNvCxnSpPr/>
          <p:nvPr/>
        </p:nvCxnSpPr>
        <p:spPr>
          <a:xfrm flipH="1" flipV="1">
            <a:off x="3501483" y="713678"/>
            <a:ext cx="312234" cy="468351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264CD3-CE13-B999-7E49-C6C1DFF84304}"/>
              </a:ext>
            </a:extLst>
          </p:cNvPr>
          <p:cNvCxnSpPr>
            <a:cxnSpLocks/>
          </p:cNvCxnSpPr>
          <p:nvPr/>
        </p:nvCxnSpPr>
        <p:spPr>
          <a:xfrm flipH="1" flipV="1">
            <a:off x="3066585" y="624468"/>
            <a:ext cx="434898" cy="78059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90F79D6-C47D-A452-5334-5AF9F2DB6F34}"/>
              </a:ext>
            </a:extLst>
          </p:cNvPr>
          <p:cNvCxnSpPr>
            <a:cxnSpLocks/>
          </p:cNvCxnSpPr>
          <p:nvPr/>
        </p:nvCxnSpPr>
        <p:spPr>
          <a:xfrm flipH="1">
            <a:off x="2386361" y="713678"/>
            <a:ext cx="680224" cy="234175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FF2DC49-9417-6FD9-403A-B640B5EB69D9}"/>
              </a:ext>
            </a:extLst>
          </p:cNvPr>
          <p:cNvSpPr txBox="1"/>
          <p:nvPr/>
        </p:nvSpPr>
        <p:spPr>
          <a:xfrm>
            <a:off x="5406334" y="4324664"/>
            <a:ext cx="1944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48m </a:t>
            </a:r>
            <a:r>
              <a:rPr lang="en-CL" sz="800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-20.53° y -70.18°)</a:t>
            </a:r>
            <a:endParaRPr lang="en-CL" sz="8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092B12-8106-1BF2-3B5F-8CBD68BE5626}"/>
              </a:ext>
            </a:extLst>
          </p:cNvPr>
          <p:cNvSpPr txBox="1"/>
          <p:nvPr/>
        </p:nvSpPr>
        <p:spPr>
          <a:xfrm>
            <a:off x="5062652" y="3176088"/>
            <a:ext cx="2327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518m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-20.54°, -70.15°)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36A299-ACA1-B867-2642-A21EFB91CD33}"/>
              </a:ext>
            </a:extLst>
          </p:cNvPr>
          <p:cNvSpPr txBox="1"/>
          <p:nvPr/>
        </p:nvSpPr>
        <p:spPr>
          <a:xfrm>
            <a:off x="4845203" y="1396465"/>
            <a:ext cx="24514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780m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-20.53°, -70.09°)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1616A2-253E-6599-DCDB-B43CFF7A919B}"/>
              </a:ext>
            </a:extLst>
          </p:cNvPr>
          <p:cNvSpPr txBox="1"/>
          <p:nvPr/>
        </p:nvSpPr>
        <p:spPr>
          <a:xfrm>
            <a:off x="3368449" y="1844523"/>
            <a:ext cx="1725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L" sz="1600" b="1" dirty="0">
                <a:solidFill>
                  <a:schemeClr val="bg1"/>
                </a:solidFill>
              </a:rPr>
              <a:t>862m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(-20.52°, -70.10°)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C399C5-6A48-C034-3FB6-36F724C11BAA}"/>
              </a:ext>
            </a:extLst>
          </p:cNvPr>
          <p:cNvSpPr txBox="1"/>
          <p:nvPr/>
        </p:nvSpPr>
        <p:spPr>
          <a:xfrm>
            <a:off x="3902926" y="1009739"/>
            <a:ext cx="3181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1069m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-20.51°, -70.08°)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975FF8-8936-1C6A-AFB2-7F197A337986}"/>
              </a:ext>
            </a:extLst>
          </p:cNvPr>
          <p:cNvSpPr txBox="1"/>
          <p:nvPr/>
        </p:nvSpPr>
        <p:spPr>
          <a:xfrm>
            <a:off x="3616360" y="596694"/>
            <a:ext cx="3616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1128m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900" dirty="0">
                <a:solidFill>
                  <a:schemeClr val="bg1"/>
                </a:solidFill>
              </a:rPr>
              <a:t>-20.50°, -70.06°)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C73CF1-A7AF-80A0-B12E-DB3B29F14A8F}"/>
              </a:ext>
            </a:extLst>
          </p:cNvPr>
          <p:cNvSpPr txBox="1"/>
          <p:nvPr/>
        </p:nvSpPr>
        <p:spPr>
          <a:xfrm>
            <a:off x="2681867" y="220116"/>
            <a:ext cx="3616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1193m </a:t>
            </a:r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-20.49°, -70.06°)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00F115-4508-3A4A-7F77-6BE7D115A328}"/>
              </a:ext>
            </a:extLst>
          </p:cNvPr>
          <p:cNvSpPr txBox="1"/>
          <p:nvPr/>
        </p:nvSpPr>
        <p:spPr>
          <a:xfrm>
            <a:off x="2615657" y="867356"/>
            <a:ext cx="858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1211m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(-20.49°, 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-70.06°)</a:t>
            </a:r>
            <a:endParaRPr lang="en-CL" sz="700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4F513E-53B4-4684-ED40-92776671C5F1}"/>
              </a:ext>
            </a:extLst>
          </p:cNvPr>
          <p:cNvSpPr txBox="1"/>
          <p:nvPr/>
        </p:nvSpPr>
        <p:spPr>
          <a:xfrm>
            <a:off x="1522140" y="889084"/>
            <a:ext cx="858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1600" b="1" dirty="0">
                <a:solidFill>
                  <a:schemeClr val="bg1"/>
                </a:solidFill>
              </a:rPr>
              <a:t>1354m</a:t>
            </a:r>
          </a:p>
          <a:p>
            <a:pPr algn="ctr"/>
            <a:r>
              <a:rPr lang="en-CL" sz="800" b="1" dirty="0">
                <a:solidFill>
                  <a:schemeClr val="bg1"/>
                </a:solidFill>
              </a:rPr>
              <a:t>(</a:t>
            </a:r>
            <a:r>
              <a:rPr lang="en-US" sz="800" dirty="0">
                <a:solidFill>
                  <a:schemeClr val="bg1"/>
                </a:solidFill>
              </a:rPr>
              <a:t>-20.48°, 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-70.08°)</a:t>
            </a:r>
            <a:endParaRPr lang="en-CL" sz="800" b="1" dirty="0">
              <a:solidFill>
                <a:schemeClr val="bg1"/>
              </a:solidFill>
            </a:endParaRPr>
          </a:p>
        </p:txBody>
      </p:sp>
      <p:pic>
        <p:nvPicPr>
          <p:cNvPr id="31" name="Picture 3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883CBA9-CF65-1DAB-EB50-2BD8C61B76C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95023" y="3176088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06E9BA3-4E9B-3F3B-F2C4-15026CF290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83150" y="1438507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3" name="Picture 3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3F45848-C749-1B84-D492-C18162F764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26984" y="1559160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4" name="Picture 3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62F490D-4810-2C11-5664-0A25557313C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43890" y="603170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5" name="Picture 3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D1F344F-CBE5-D043-365B-62B550ED012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65801" y="1053286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6" name="Picture 3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324FBDA-79EF-51A6-A474-786C0DC338E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23669" y="512505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7" name="Picture 3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6871278-A153-28F8-33D9-2E14FC7E773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20520" y="603170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8" name="Picture 3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ED76E6C-A858-371A-1071-666D74F3460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45494" y="853621"/>
            <a:ext cx="312235" cy="31223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9" name="Picture 3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CE2295B-B2A2-B4CA-8D6B-8E86D4CB95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94099" y="4324664"/>
            <a:ext cx="338554" cy="338554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9F1446B9-30DE-3C52-F281-F03AE5C340E6}"/>
              </a:ext>
            </a:extLst>
          </p:cNvPr>
          <p:cNvSpPr/>
          <p:nvPr/>
        </p:nvSpPr>
        <p:spPr>
          <a:xfrm>
            <a:off x="2308301" y="882002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00B6B83-0AF3-46A7-960A-FA3EDF79D2C8}"/>
              </a:ext>
            </a:extLst>
          </p:cNvPr>
          <p:cNvSpPr/>
          <p:nvPr/>
        </p:nvSpPr>
        <p:spPr>
          <a:xfrm>
            <a:off x="2896368" y="654909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05591FE-6375-0D72-B3C0-EF504B78D57C}"/>
              </a:ext>
            </a:extLst>
          </p:cNvPr>
          <p:cNvSpPr/>
          <p:nvPr/>
        </p:nvSpPr>
        <p:spPr>
          <a:xfrm>
            <a:off x="3381608" y="642753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52694AC-5F4F-BD2B-9FA2-BADFCF100AAE}"/>
              </a:ext>
            </a:extLst>
          </p:cNvPr>
          <p:cNvSpPr/>
          <p:nvPr/>
        </p:nvSpPr>
        <p:spPr>
          <a:xfrm>
            <a:off x="4091105" y="1630638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DDE4995-B117-DE00-D7C1-229A8F85D041}"/>
              </a:ext>
            </a:extLst>
          </p:cNvPr>
          <p:cNvSpPr/>
          <p:nvPr/>
        </p:nvSpPr>
        <p:spPr>
          <a:xfrm>
            <a:off x="3710569" y="1090835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F0266BD-B972-6A58-C905-207E750397E1}"/>
              </a:ext>
            </a:extLst>
          </p:cNvPr>
          <p:cNvSpPr/>
          <p:nvPr/>
        </p:nvSpPr>
        <p:spPr>
          <a:xfrm>
            <a:off x="4634566" y="1475978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C06BD88-2CAE-6E6F-2BAC-BD05791D9869}"/>
              </a:ext>
            </a:extLst>
          </p:cNvPr>
          <p:cNvSpPr/>
          <p:nvPr/>
        </p:nvSpPr>
        <p:spPr>
          <a:xfrm>
            <a:off x="4861931" y="3223482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03E8494-2961-E52F-B18F-51FE8A342D69}"/>
              </a:ext>
            </a:extLst>
          </p:cNvPr>
          <p:cNvSpPr/>
          <p:nvPr/>
        </p:nvSpPr>
        <p:spPr>
          <a:xfrm>
            <a:off x="5163015" y="4379641"/>
            <a:ext cx="200721" cy="169277"/>
          </a:xfrm>
          <a:prstGeom prst="ellipse">
            <a:avLst/>
          </a:prstGeom>
          <a:solidFill>
            <a:srgbClr val="1375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DA40827-3375-4521-33EE-1489365E5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5" y="3752999"/>
            <a:ext cx="1463225" cy="2194837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628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3865</TotalTime>
  <Words>84</Words>
  <Application>Microsoft Macintosh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Francisca Muñoz Narbona</dc:creator>
  <cp:lastModifiedBy>Francisca Muñoz Narbona</cp:lastModifiedBy>
  <cp:revision>5</cp:revision>
  <dcterms:created xsi:type="dcterms:W3CDTF">2026-06-01T21:44:36Z</dcterms:created>
  <dcterms:modified xsi:type="dcterms:W3CDTF">2026-07-08T12:34:29Z</dcterms:modified>
</cp:coreProperties>
</file>