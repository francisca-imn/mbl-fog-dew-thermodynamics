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3" r:id="rId6"/>
    <p:sldId id="264" r:id="rId7"/>
    <p:sldId id="266" r:id="rId8"/>
    <p:sldId id="267" r:id="rId9"/>
    <p:sldId id="268" r:id="rId10"/>
    <p:sldId id="269" r:id="rId11"/>
    <p:sldId id="265" r:id="rId12"/>
    <p:sldId id="262" r:id="rId13"/>
    <p:sldId id="259" r:id="rId14"/>
    <p:sldId id="260" r:id="rId15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7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52"/>
    <p:restoredTop sz="94664"/>
  </p:normalViewPr>
  <p:slideViewPr>
    <p:cSldViewPr snapToGrid="0">
      <p:cViewPr varScale="1">
        <p:scale>
          <a:sx n="112" d="100"/>
          <a:sy n="112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3:41.654"/>
    </inkml:context>
    <inkml:brush xml:id="br0">
      <inkml:brushProperty name="width" value="0.035" units="cm"/>
      <inkml:brushProperty name="height" value="0.21" units="cm"/>
      <inkml:brushProperty name="inkEffects" value="pencil"/>
    </inkml:brush>
  </inkml:definitions>
  <inkml:trace contextRef="#ctx0" brushRef="#br0">0 393 16383,'8'0'0,"4"-12"0,-3 9 0,8-13 0,-8 15 0,3-3 0,4 0 0,-6 3 0,11-7 0,-12 7 0,3-3 0,-4 4 0,3-4 0,-2 3 0,3-6 0,-4 2 0,0 1 0,0 1 0,-1 3 0,10-5 0,-7 4 0,11-3 0,-13 4 0,4-3 0,0 2 0,-3-10 0,3 9 0,5-14 0,-7 14 0,7-6 0,-5 4 0,-3 3 0,11-3 0,-10 4 0,7-3 0,-9 2 0,0-3 0,-1 1 0,1 2 0,0-3 0,0 4 0,0 0 0,4 0 0,0-4 0,1 3 0,3-2 0,-7 3 0,3 0 0,-4 0 0,0 0 0,12-5 0,-5 4 0,6-3 0,-9 4 0,0-4 0,-3 3 0,2-2 0,-3 3 0,0 0 0,0-4 0,4-1 0,-3 1 0,11-4 0,-10 3 0,15-4 0,-16 5 0,11 0 0,-11 4 0,2 0 0,-3 0 0,4-4 0,-3 3 0,7-6 0,-7 6 0,7-3 0,-3 0 0,0 3 0,-1-3 0,-5 4 0,5-4 0,-3 3 0,3-3 0,5 4 0,-7-3 0,6 2 0,-8-2 0,0 3 0,4-4 0,-3 3 0,3-7 0,-5 7 0,1-2 0,4-1 0,-3 3 0,3-3 0,-4 4 0,-1 0 0,1 0 0,0 0 0,0 0 0,0 0 0,-1 0 0,1-3 0,0 2 0,4-6 0,-3 6 0,3-3 0,-5 4 0,5 0 0,-3 0 0,11 0 0,-11 0 0,7 0 0,-9 0 0,1 0 0,0 0 0,0 0 0,0 0 0,-1 0 0,1 0 0,4-4 0,-3 3 0,7-7 0,-7 7 0,3-3 0,-5 4 0,5-3 0,-3 2 0,12-3 0,-11 0 0,7 0 0,-10-1 0,1-2 0,0 7 0,0-4 0,4 0 0,-4 3 0,4-3 0,0 4 0,-3 0 0,3 0 0,-4-3 0,0-2 0,-1 1 0,5-3 0,-3 6 0,0-3 0,-6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3:45.468"/>
    </inkml:context>
    <inkml:brush xml:id="br0">
      <inkml:brushProperty name="width" value="0.035" units="cm"/>
      <inkml:brushProperty name="height" value="0.21" units="cm"/>
      <inkml:brushProperty name="inkEffects" value="pencil"/>
    </inkml:brush>
  </inkml:definitions>
  <inkml:trace contextRef="#ctx0" brushRef="#br0">1 2618 16383,'8'-13'0,"4"-4"0,-3 4 0,4-4 0,4-6 0,-2 9 0,12-9 0,35-29 0,-25 24 0,41-32 0,-52 49 0,13-15 0,-20 19 0,8-11 0,-4 13 0,0-3 0,4 3 0,1-4 0,6-5 0,5 3 0,1-8 0,-1 3 0,1 1 0,-1-4 0,1 8 0,5-8 0,2 3 0,23-10 0,-19 5 0,11 0 0,-22 2 0,-5 0 0,-7 7 0,0-10 0,-14 17 0,11-13 0,-15 13 0,15-8 0,-10 5 0,2-2 0,4-7 0,-2 8 0,4-4 0,3-1 0,-12 8 0,12-6 0,-9 4 0,6 2 0,2-6 0,-11 11 0,7-7 0,-12 4 0,12-1 0,-11-2 0,10 6 0,-11-6 0,12 2 0,-11 0 0,6-2 0,-4 2 0,6-4 0,-4 5 0,12-5 0,-16 8 0,18-11 0,-8 2 0,11-5 0,-12 6 0,6 1 0,-6 3 0,0-1 0,7-2 0,-16 4 0,10-5 0,-7 0 0,14-4 0,-3-1 0,1 3 0,0-2 0,-1 4 0,10-7 0,6-3 0,-3-1 0,-8 2 0,1 4 0,-11 1 0,7 4 0,-12 0 0,12 0 0,-8 1 0,5-1 0,-1 0 0,0 0 0,1 0 0,10-5 0,1-1 0,0-5 0,-6 9 0,-1-5 0,-9 10 0,26-12 0,-21 5 0,16-2 0,-17-1 0,-4 6 0,14-4 0,-8 5 0,4 4 0,4-4 0,-3-1 0,5-5 0,-5 5 0,2-7 0,-1 6 0,15-5 0,-9-2 0,-2 11 0,-8-5 0,15-2 0,2-3 0,16-8 0,-7 4 0,7-1 0,-5 1 0,5 0 0,-6 4 0,-7 2 0,5 5 0,-4-1 0,6-4 0,-7-1 0,-1 0 0,1 2 0,-5-1 0,10-1 0,-10 0 0,33-3 0,-27 3 0,21 0 0,-23-3 0,2 3 0,6-5 0,-1-1 0,1 1 0,6 0 0,1-1 0,1-5 0,-3 5 0,1-10 0,-4 10 0,3-5 0,-5 6 0,-1 0 0,1 0 0,23-5 0,-24 9 0,17-7 0,-35 9 0,-10 1 0,2 0 0,-8 6 0,10-2 0,-5 5 0,3-3 0,-3 3 0,10-5 0,-4 1 0,-1 3 0,-1-2 0,1 3 0,-4-1 0,3-2 0,-5 7 0,1-7 0,0 3 0,7-8 0,-15 7 0,9-2 0,-11 8 0,0 0 0,3 0 0,-7 0 0,3 0 0,-5 0 0,1 0 0,0 0 0,4 0 0,-3 0 0,7-4 0,-7 3 0,7-3 0,-7 4 0,7-4 0,-4 3 0,6-2 0,-5-1 0,10 3 0,-3-6 0,6 6 0,0-4 0,-12 2 0,12-2 0,-8-4 0,5 4 0,4 1 0,-13 4 0,11-4 0,-6-1 0,4-1 0,4 2 0,-13 4 0,11-4 0,-15 3 0,15-11 0,-11 10 0,3-6 0,-5 8 0,-5-4 0,1 0 0,0-1 0,0-2 0,0 3 0,-1-4 0,1 0 0,0 0 0,0 0 0,0 0 0,-1 0 0,-2 0 0,-2 4 0,-3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3:57.489"/>
    </inkml:context>
    <inkml:brush xml:id="br0">
      <inkml:brushProperty name="width" value="0.035" units="cm"/>
      <inkml:brushProperty name="height" value="0.21" units="cm"/>
      <inkml:brushProperty name="inkEffects" value="pencil"/>
    </inkml:brush>
  </inkml:definitions>
  <inkml:trace contextRef="#ctx0" brushRef="#br0">0 2057 16383,'12'-3'0,"1"-2"0,9-4 0,-8 4 0,11-3 0,-6 2 0,14-3 0,19-14 0,-14 10 0,8-9 0,-19 12 0,-9 5 0,8-3 0,5-5 0,-10 6 0,12-13 0,-23 14 0,10-11 0,3 3 0,1-4 0,5 7 0,-3-5 0,-8 10 0,9-7 0,-9 8 0,9-8 0,-9 7 0,8-7 0,-3 4 0,-4 0 0,6 0 0,-6 1 0,4 2 0,11-2 0,-9 3 0,1 0 0,0-3 0,-2 2 0,10-3 0,6-1 0,-1-5 0,0 0 0,-4 0 0,-7 5 0,4 1 0,-8 0 0,4 3 0,-2-7 0,3 8 0,5-5 0,23-9 0,-13 3 0,13-4 0,-18 6 0,0 4 0,1 0 0,-1-5 0,-5 5 0,-9 0 0,0 2 0,-11 3 0,8 0 0,-9 1 0,3 0 0,-7 3 0,11-7 0,-10 7 0,17-16 0,-17 13 0,15-13 0,-7 12 0,0 0 0,7 1 0,-15 4 0,16-4 0,-12 3 0,12-7 0,-7 7 0,7-3 0,2-1 0,6 4 0,6-3 0,-1-1 0,7 0 0,-6-5 0,12 4 0,-6-3 0,3 3 0,-8 1 0,-6-4 0,-12 8 0,-1-7 0,0 3 0,-4 0 0,-1 1 0,4 0 0,-2-1 0,0 0 0,2 1 0,-4 0 0,11 2 0,1-6 0,-1 7 0,-1-7 0,-4 3 0,8-5 0,3 1 0,-2 0 0,-4 3 0,-1 2 0,-4 0 0,10-6 0,1-1 0,5-3 0,1 0 0,-1 3 0,1-4 0,-6 6 0,-6 3 0,-2-2 0,3 2 0,0-3 0,-1 4 0,10-4 0,-20 5 0,19-1 0,-13-3 0,1 7 0,2-4 0,-10 5 0,5 0 0,0-4 0,6 3 0,-5-3 0,3 0 0,-3 3 0,-4-3 0,7 4 0,-8 0 0,14-4 0,1 3 0,5-8 0,-4 8 0,-6-3 0,4-1 0,-2 0 0,9-5 0,-5 0 0,-6 5 0,-1 0 0,1 1 0,6 3 0,6-8 0,-1 4 0,6-6 0,2 1 0,5 0 0,1 4 0,-1-4 0,24 5 0,-23-6 0,21 1 0,-33 0 0,10 4 0,-4-3 0,5 3 0,1 0 0,-1-3 0,1 3 0,-6-4 0,-2-1 0,0 1 0,2 0 0,-1 4 0,-6-3 0,-11 8 0,-3-7 0,0 7 0,-2-7 0,11 3 0,-5-5 0,4 1 0,-6 3 0,4-2 0,-2 7 0,9-8 0,6 3 0,-9 0 0,-2-2 0,-8 7 0,2-7 0,7 2 0,-1 1 0,-1 0 0,12 1 0,-8-1 0,10-5 0,-23 5 0,1 1 0,-1-1 0,10 0 0,1-1 0,-7 2 0,-2 4 0,-8 0 0,9 0 0,-4 0 0,0 0 0,3 0 0,8-5 0,14-1 0,13-5 0,35-5 0,-14 3 0,16-3 0,-24 4 0,-13 2 0,-2-1 0,-18 5 0,-11 1 0,-9 1 0,-13 3 0,8-3 0,-7 4 0,7 0 0,-7 0 0,3 0 0,0 0 0,1-3 0,4 2 0,12-7 0,-8 7 0,13-8 0,-11 4 0,4-4 0,6-1 0,1 1 0,6-1 0,-6-4 0,-6 8 0,-1-3 0,-9 6 0,13-3 0,-1-3 0,9-1 0,7 0 0,0-1 0,1 1 0,-2 0 0,7 0 0,-19 5 0,11-4 0,-30 8 0,6-7 0,-7 7 0,0-3 0,-1 1 0,-4 2 0,4-7 0,-3 7 0,3-2 0,0 3 0,1-4 0,-1 3 0,0-3 0,-4 0 0,4 0 0,-3-1 0,3 1 0,-4 1 0,-1 2 0,1-3 0,4 1 0,-3 2 0,12-11 0,-11 9 0,15-9 0,-15 11 0,11-7 0,-8 7 0,4-7 0,-4 8 0,3-8 0,-3-1 0,0 3 0,7-9 0,-5 9 0,6-7 0,-8 8 0,3 1 0,2-4 0,-4 2 0,3-3 0,-5 2 0,-4 6 0,4-3 0,-4 0 0,0 4 0,4-8 0,-3 7 0,3-6 0,-5 6 0,-2-6 0,2 6 0,-3-6 0,0 6 0,0-2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4:05.258"/>
    </inkml:context>
    <inkml:brush xml:id="br0">
      <inkml:brushProperty name="width" value="0.035" units="cm"/>
      <inkml:brushProperty name="height" value="0.21" units="cm"/>
      <inkml:brushProperty name="inkEffects" value="pencil"/>
    </inkml:brush>
  </inkml:definitions>
  <inkml:trace contextRef="#ctx0" brushRef="#br0">0 1 16383,'8'3'0,"0"-2"0,-1 3 0,5 3 0,-3-5 0,3 9 0,-4-10 0,20 10 0,-16-9 0,25 9 0,-27-10 0,6 4 0,1-5 0,-3 3 0,4-2 0,2 3 0,-5 0 0,2-3 0,7 6 0,-13-6 0,17 7 0,-18-7 0,11 3 0,-8-4 0,4 0 0,0 0 0,-4 0 0,3 0 0,-3 4 0,0-3 0,7 3 0,-10-4 0,11 4 0,-12-3 0,3 2 0,0 1 0,5 1 0,5 0 0,5-1 0,-9-4 0,3 4 0,-12-3 0,11 3 0,-6-1 0,4-2 0,-6 3 0,5-4 0,-7 4 0,15-4 0,-11 4 0,4-1 0,-2-2 0,1 7 0,-2-4 0,1 1 0,-4 6 0,1-9 0,0 6 0,-1-5 0,-4-2 0,4 6 0,1-6 0,8 7 0,-7-7 0,12 3 0,-16 0 0,11 0 0,-4 5 0,6 0 0,-4-1 0,6 5 0,-15-7 0,11 10 0,-12-14 0,7 9 0,-4-10 0,1 6 0,7-2 0,-10 0 0,16-1 0,-16-4 0,10 7 0,-11-5 0,7 10 0,-7-8 0,3 1 0,0 6 0,1-6 0,4 4 0,-4-5 0,-1-1 0,-4-2 0,8 7 0,-2-7 0,8 6 0,-9-6 0,8 3 0,-11-4 0,6 0 0,-8 0 0,9 0 0,-7 0 0,10 0 0,-11 0 0,3 0 0,0 4 0,-3-3 0,12 7 0,-11-7 0,15 7 0,-15-4 0,15 1 0,-15-1 0,11 0 0,-8-3 0,9 6 0,-8-6 0,7 4 0,-12-5 0,3 0 0,-1 3 0,-3-2 0,4 2 0,-5-3 0,1 4 0,0-3 0,0 6 0,0-7 0,-4 4 0,-1-4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4:07.718"/>
    </inkml:context>
    <inkml:brush xml:id="br0">
      <inkml:brushProperty name="width" value="0.035" units="cm"/>
      <inkml:brushProperty name="height" value="0.21" units="cm"/>
      <inkml:brushProperty name="inkEffects" value="pencil"/>
    </inkml:brush>
  </inkml:definitions>
  <inkml:trace contextRef="#ctx0" brushRef="#br0">5 1122 16383,'-4'-7'0,"4"1"0,4-6 0,4 4 0,4 0 0,-4 0 0,4 3 0,4-9 0,3-2 0,-1-2 0,8 0 0,-12 5 0,4 4 0,3-4 0,-11 5 0,15-1 0,-6 0 0,4-3 0,-6 2 0,0-2 0,0 3 0,1 4 0,9-7 0,3-2 0,-5-1 0,9-7 0,-11 12 0,-4-2 0,6 2 0,-6-2 0,0 2 0,-2 1 0,0-8 0,-7 14 0,12-18 0,-9 12 0,4-1 0,5-6 0,-4 6 0,0 0 0,-2-5 0,14-3 0,-13 6 0,16-12 0,-24 18 0,11-10 0,-6 6 0,8-3 0,-9 5 0,8-1 0,-7-3 0,8 2 0,-5 1 0,0-2 0,0 5 0,-4-6 0,-1 7 0,5-6 0,-7 9 0,18-14 0,-8 6 0,2-4 0,4 1 0,-16 5 0,15-1 0,-11 1 0,4-1 0,3 0 0,-11 1 0,15-1 0,-11-3 0,4 6 0,3-10 0,-11 14 0,6-10 0,1 11 0,-3-6 0,4 2 0,2-4 0,-10 5 0,11-4 0,-12 7 0,3-6 0,8 2 0,-9 1 0,9 0 0,-8 4 0,-3-3 0,7-2 0,-8 0 0,13 2 0,-11-1 0,7 3 0,-5-6 0,-4 2 0,4 1 0,0-8 0,-3 11 0,3-7 0,0 8 0,-3-4 0,10 4 0,-5-8 0,2 4 0,1-1 0,-9 1 0,4 1 0,-4 2 0,9-7 0,-7 4 0,6-1 0,-4-3 0,-3 8 0,7-8 0,-7 7 0,3-7 0,-4 8 0,-1-7 0,1 6 0,4-7 0,0 0 0,1-1 0,-2-2 0,-3 6 0,0-2 0,0 6 0,7-9 0,-5 8 0,5-6 0,-7 5 0,0-2 0,0-2 0,-1-1 0,1 0 0,-4 3 0,0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4:18.014"/>
    </inkml:context>
    <inkml:brush xml:id="br0">
      <inkml:brushProperty name="width" value="0.035" units="cm"/>
      <inkml:brushProperty name="height" value="0.21" units="cm"/>
      <inkml:brushProperty name="inkEffects" value="pencil"/>
    </inkml:brush>
  </inkml:definitions>
  <inkml:trace contextRef="#ctx0" brushRef="#br0">1 2195 16383,'0'-7'0,"3"-1"0,-2 0 0,10-9 0,-5 7 0,10-10 0,-4 7 0,0 1 0,-1 1 0,-3 3 0,0 0 0,0 0 0,8-5 0,-2 0 0,4-1 0,-2-2 0,-7 7 0,13-12 0,-12 10 0,11-10 0,-12 12 0,3-3 0,0-1 0,-3 5 0,3-4 0,-4-1 0,0 5 0,0-5 0,0 6 0,4-5 0,-4 3 0,4-3 0,4-4 0,-7 6 0,7-5 0,-4 3 0,-4 3 0,4 0 0,0-2 0,-3 5 0,7-10 0,-7 7 0,7-3 0,-3 0 0,0 3 0,3-8 0,-7 8 0,7-7 0,-7 7 0,7-7 0,0 0 0,2-3 0,-2 3 0,-4 4 0,5-1 0,-7 4 0,11-8 0,-12 8 0,7-3 0,-8 4 0,8-4 0,-7 3 0,7-7 0,-7 7 0,12-8 0,-11 8 0,11-8 0,-9 5 0,1-1 0,2 1 0,-2 4 0,0-1 0,3 1 0,-7 0 0,3-1 0,0-3 0,-4 7 0,9-15 0,-8 13 0,3-9 0,-4 8 0,4 0 0,-3 0 0,3-1 0,-4 1 0,-1 0 0,5-11 0,2-1 0,-1-2 0,0 1 0,-5 12 0,4-7 0,-7 7 0,11-12 0,-10 11 0,6-11 0,-4 13 0,4-9 0,-6 8 0,9-7 0,-9 3 0,6 4 0,-4-3 0,0 4 0,3-5 0,2-4 0,0 5 0,-1 0 0,-5 4 0,1 0 0,0 0 0,0-4 0,0 3 0,4-7 0,-3 7 0,3-3 0,-4 4 0,0 0 0,4-9 0,-3 11 0,8-14 0,-12 14 0,6-9 0,-3 2 0,1 0 0,3 1 0,-4 0 0,0 3 0,0-3 0,4 0 0,-3 3 0,-1-3 0,4 0 0,-7 3 0,7-7 0,-4 3 0,1 0 0,-1 1 0,-4 4 0,3 0 0,-3 4 0,1-3 0,-2 2 0,0-3 0,2 1 0,7-14 0,-6 10 0,5-9 0,-10 12 0,7-4 0,-8 3 0,4-3 0,-4 4 0,4 0 0,-3 0 0,2 0 0,-3 1 0,0-1 0,4 0 0,0 0 0,4 0 0,-4 0 0,-1-4 0,-3 3 0,4-3 0,-3 4 0,6-4 0,-6 3 0,3-3 0,-1 4 0,-2 0 0,10-4 0,-9 3 0,9-3 0,-7 4 0,1 0 0,2-4 0,-3 3 0,5 1 0,-2 1 0,-2 2 0,2-3 0,-3 1 0,4-1 0,-4 0 0,3 0 0,-6 0 0,6 0 0,-3 0 0,4 0 0,0 0 0,-4 0 0,3 0 0,-3 4 0,8-7 0,-3 5 0,3-6 0,-8 4 0,0 4 0,-4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4:22.039"/>
    </inkml:context>
    <inkml:brush xml:id="br0">
      <inkml:brushProperty name="width" value="0.035" units="cm"/>
      <inkml:brushProperty name="height" value="0.21" units="cm"/>
      <inkml:brushProperty name="inkEffects" value="pencil"/>
    </inkml:brush>
  </inkml:definitions>
  <inkml:trace contextRef="#ctx0" brushRef="#br0">0 56 16383,'8'-3'0,"0"-2"0,-1 1 0,5-4 0,-3 4 0,3-1 0,-4 2 0,0-1 0,-1 0 0,1-4 0,0 4 0,0 0 0,0 4 0,8 0 0,-6 0 0,7 0 0,-9 0 0,-1 0 0,1 0 0,0 0 0,4 0 0,-3 0 0,3 0 0,-1 0 0,-2 0 0,7 0 0,-7 0 0,3 0 0,-4 0 0,0 0 0,-1 0 0,1 0 0,0 0 0,3 3 0,-2-2 0,2 6 0,-3-2 0,0-1 0,0 3 0,-1-3 0,1 4 0,-4 0 0,7 0 0,-5 0 0,6 0 0,-4 0 0,-1-1 0,1 1 0,0 0 0,0 0 0,3 0 0,-2-4 0,6 3 0,-6-6 0,7 15 0,-7-13 0,13 14 0,-12-16 0,6 3 0,-8-4 0,0 3 0,0-2 0,8 7 0,-6-7 0,16 7 0,-16-7 0,6 3 0,4 3 0,-9-5 0,9 9 0,-12-10 0,4 10 0,6-5 0,-4 6 0,6 1 0,-11-8 0,12 7 0,-11-11 0,15 7 0,-15-7 0,11 11 0,-12-7 0,3 7 0,-4-8 0,4 12 0,1-6 0,0 7 0,-2-5 0,-3-5 0,0 1 0,0 4 0,0-3 0,0 12 0,0-11 0,5 15 0,-7-15 0,10 11 0,-14-12 0,13 7 0,-5 1 0,3-3 0,4 7 0,-9-12 0,13 19 0,-7-12 0,3 10 0,-5-14 0,-4-1 0,4 2 0,-3 0 0,3-1 0,-4-4 0,0 4 0,-4-3 0,4 7 0,-4-7 0,5 3 0,-2-5 0,1 1 0,0 0 0,0 9 0,0-7 0,5 10 0,-4-14 0,11 5 0,-10-6 0,7 0 0,-2 6 0,4-1 0,-2-1 0,4 7 0,-8-6 0,4 3 0,0-1 0,0-3 0,5 4 0,6 1 0,7 5 0,0 6 0,-11-10 0,2 3 0,-7-5 0,0-7 0,7 15 0,-4-6 0,-1 4 0,-1-3 0,-12-8 0,0 4 0,0-3 0,0 3 0,0-4 0,-4-1 0,3 5 0,-2-3 0,3 3 0,8 1 0,-6-5 0,7 9 0,-9-8 0,5 12 0,0-7 0,8 11 0,3-2 0,-6-5 0,9 9 0,-21-16 0,15 10 0,-16-16 0,7 7 0,-4-8 0,4 8 0,-3-3 0,3-1 0,-4-1 0,-4-3 0,3 4 0,-3 0 0,4 0 0,0-1 0,4 5 0,-4-3 0,5 7 0,-5-10 0,0 9 0,-4-10 0,4 7 0,-7-4 0,10 8 0,-5-6 0,6 7 0,-4-9 0,4 8 0,-3-6 0,4 7 0,-9-5 0,3-3 0,-2 7 0,3-7 0,-4-1 0,0-4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4:23.752"/>
    </inkml:context>
    <inkml:brush xml:id="br0">
      <inkml:brushProperty name="width" value="0.035" units="cm"/>
      <inkml:brushProperty name="height" value="0.21" units="cm"/>
      <inkml:brushProperty name="inkEffects" value="pencil"/>
    </inkml:brush>
  </inkml:definitions>
  <inkml:trace contextRef="#ctx0" brushRef="#br0">1 651 16383,'13'0'0,"-1"-4"0,-5 0 0,5-1 0,1-2 0,0 2 0,6-3 0,-9 4 0,8-4 0,-9 7 0,3-2 0,-4-1 0,0 0 0,0-1 0,-1-2 0,1 3 0,0-1 0,0-2 0,-1 3 0,1 0 0,4-4 0,-3 4 0,3-1 0,-4-2 0,-1 6 0,1-2 0,0-1 0,0 3 0,0-6 0,-1 3 0,1-1 0,4-2 0,-3 3 0,3-5 0,-4-3 0,0 7 0,9-7 0,-7 11 0,10-7 0,-7-1 0,4 0 0,-4 1 0,8-9 0,-11 14 0,11-18 0,-12 15 0,3-6 0,-4 4 0,4 0 0,-3 4 0,7-4 0,-8 3 0,4-3 0,0 4 0,1-7 0,0 9 0,8-10 0,-11 3 0,15-4 0,-11-1 0,2 2 0,-4 4 0,-4 3 0,4-6 0,-3 9 0,2-5 0,1-1 0,-3 3 0,7-12 0,-7 12 0,7-6 0,-7 6 0,7-4 0,-7 1 0,3 4 0,-5-3 0,9-2 0,-6 1 0,5-4 0,-7 7 0,-1 2 0,10-1 0,-7-1 0,7-3 0,-5-1 0,-4 5 0,4-3 0,0 2 0,-3 0 0,7-2 0,-7 6 0,3-7 0,-4 7 0,-1-6 0,1 3 0,0-4 0,0 4 0,0 0 0,-1 4 0,1-3 0,0 2 0,-4-3 0,0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4:31.840"/>
    </inkml:context>
    <inkml:brush xml:id="br0">
      <inkml:brushProperty name="width" value="0.035" units="cm"/>
      <inkml:brushProperty name="height" value="0.21" units="cm"/>
      <inkml:brushProperty name="inkEffects" value="pencil"/>
    </inkml:brush>
  </inkml:definitions>
  <inkml:trace contextRef="#ctx0" brushRef="#br0">1 0 16383,'16'0'0,"-6"4"0,7-3 0,-9 6 0,0-3 0,-4 4 0,10 3 0,-7-2 0,8 3 0,-3-8 0,6 13 0,-3-11 0,2 12 0,-5-6 0,-3-4 0,15 13 0,-13-12 0,14 12 0,-16-16 0,7 10 0,-7-10 0,2 7 0,-3-4 0,0 0 0,4 4 0,-7-3 0,3 3 0,-5-5 0,2 1 0,-1 0 0,-1 0 0,1 0 0,-3-1 0,2 1 0,-3 0 0,4 0 0,-3-1 0,6 1 0,-3 0 0,4 0 0,-1 0 0,-2-1 0,2 1 0,-6 0 0,2 0 0,0 0 0,-2-4 0,3-1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4:37.780"/>
    </inkml:context>
    <inkml:brush xml:id="br0">
      <inkml:brushProperty name="width" value="0.035" units="cm"/>
      <inkml:brushProperty name="height" value="0.21" units="cm"/>
      <inkml:brushProperty name="inkEffects" value="pencil"/>
    </inkml:brush>
  </inkml:definitions>
  <inkml:trace contextRef="#ctx0" brushRef="#br0">1 715 16383,'13'-5'0,"-1"1"0,0 4 0,1 0 0,3-3 0,-3 2 0,-2-2 0,1-1 0,-3 3 0,10-7 0,-9 7 0,5-3 0,2 4 0,-7 0 0,6 0 0,-8 0 0,0-3 0,0 2 0,0-3 0,-1 4 0,1 0 0,0-3 0,4 2 0,-3-3 0,3 4 0,-5 0 0,1 0 0,0 0 0,4 0 0,-3 0 0,3-3 0,-5 2 0,1-2 0,0 3 0,0 0 0,4-4 0,-3-1 0,2 0 0,1-2 0,-3 3 0,3-1 0,5-3 0,-3 7 0,8-7 0,-9 7 0,7-7 0,-10 7 0,16-7 0,-12 7 0,8-11 0,-9 10 0,11-10 0,-9 11 0,6-6 0,0 2 0,-11 0 0,15-7 0,-15 10 0,11-14 0,-12 14 0,7-6 0,-8 5 0,13-6 0,-11 3 0,16-10 0,-16 14 0,14-14 0,-6 10 0,0-3 0,7-3 0,-15 10 0,11-10 0,-12 11 0,14-11 0,7-1 0,-5-1 0,2 1 0,-15 6 0,-3 2 0,3-3 0,-5 4 0,1-3 0,0 2 0,4 1 0,1-3 0,0 2 0,-1-3 0,0 0 0,-4 3 0,8-6 0,1 5 0,-3-6 0,1 8 0,-3-4 0,-3 7 0,3-6 0,-5 3 0,1-1 0,0-2 0,7 2 0,-5-3 0,5 0 0,-7 4 0,0-3 0,0 6 0,0-3 0,4-3 0,-4 5 0,13-14 0,-7 10 0,4-3 0,-6 2 0,-4 6 0,4-7 0,-4 4 0,4-1 0,6-12 0,-8 14 0,7-14 0,-9 17 0,0-4 0,0 1 0,-1 2 0,1-6 0,0 6 0,0-6 0,0 6 0,4-7 0,-4 7 0,4-2 0,0-1 0,-3 3 0,3-7 0,-4 4 0,3-4 0,-2 4 0,2 0 0,-3 1 0,-1-2 0,-2 1 0,-2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6:16.280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nkEffects" value="pencil"/>
    </inkml:brush>
  </inkml:definitions>
  <inkml:trace contextRef="#ctx0" brushRef="#br0">729 254 16383,'-23'36'0,"8"26"0,11-9 0,4 18 0,0-23 0,3-14 0,11-12 0,11 2 0,22-2 0,23 0 0,16-6 0,-33-11 0,2-3 0,-1 2 0,2-2 0,7-2 0,1 0 0,0 0 0,1 0 0,0-2 0,-1-2 0,-7-1 0,-2-2 0,36-11 0,-28-10 0,-20-3 0,-13-5 0,-19-9 0,-17-8 0,-24-10 0,-16 12 0,-10 2 0,8 13 0,-3 1 0,-21-12 0,-2 3 0,18 19 0,2 4 0,-1 0 0,2 3 0,-40-7 0,10 13 0,9 11 0,13 12 0,2 10 0,16 11 0,2 5 0,14 10 0,6 1 0,10 4 0,7 1 0,4-1 0,0 24 0,9-18 0,7 18 0,16-33 0,46 4 0,-8-23 0,-18-9 0,2-3 0,36-6 0,-5-1 0,-2-5 0,-31-7 0,-9-6 0,-33-10 0,1-9 0,-11-8 0,-9-7 0,-7 5 0,-9 7 0,-14 5 0,-9 4 0,-28-9 0,-17 5 0,17 10 0,-3 3 0,18 5 0,1 2 0,-14-1 0,3 3 0,-13 8 0,10 16 0,18 6 0,8 15 0,16 5 0,11 6 0,5 11 0,10-5 0,6 5 0,15-6 0,18-4 0,17-6 0,19-9 0,14-11 0,10-6 0,-45-12 0,4-3 0,20 2 0,0-2 0,-20-4 0,-1-2 0,12 1 0,-5-4 0,-2-14 0,-29 1 0,-10-13 0,-16 3 0,-1-15 0,-11-2 0,-15-7 0,-20-2 0,-21-3 0,25 30 0,-2 2 0,-43-22 0,38 29 0,0 3 0,-36-7 0,-5 12 0,14 11 0,-10 21 0,31 8 0,1 13 0,33 6 0,11-1 0,14 37 0,14-17 0,21 21 0,14-30 0,11-11 0,12-10 0,7-8 0,9-9 0,0-7 0,-1-6 0,-15-6 0,9 0 0,-45-4 0,0-4 0,-40-10 0,0-5 0,-4-10 0,-6-1 0,-11-7 0,-14 5 0,-9 4 0,-15 6 0,-1 9 0,-1 6 0,-4 6 0,4 10 0,0 10 0,7 12 0,6 16 0,15 6 0,11-7 0,12-8 0,10 16 0,10-11 0,6 26 0,11-18 0,9 0 0,12-9 0,15-5 0,13-5 0,14-9 0,-40-12 0,1-2 0,0-2 0,0-1 0,3-1 0,0-2 0,38-4 0,-9-6 0,-9-7 0,-23-8 0,-18 10 0,-16-11 0,-16 13 0,3-4 0,-17-3 0,2 10 0,-17-7 0,7 13 0,2 1 0,3 4 0,0 0 0,6 0 0,-16 8 0,16-3 0,-7 12 0,8 6 0,4 6 0,1 17 0,4 0 0,0 1 0,0-2 0,0 0 0,13-8 0,6-3 0,6-19 0,10-3 0,1-11 0,17 3 0,7-4 0,14 0 0,9 0 0,2 0 0,5 0 0,-14-9 0,-24-2 0,-20-4 0,-25-1 0,-7-2 0,0 0 0,-4-4 0,-10-1 0,-10 3 0,-12-4 0,-27 4 0,23 9 0,-7 2 0,21 9 0,16 0 0,-11 4 0,16 4 0,-11 10 0,14-4 0,-6 12 0,8-2 0,0 10 0,4 5 0,6 1 0,10-5 0,5-1 0,3-18 0,8 1 0,-6-16 0,10 3 0,-5-4 0,4 0 0,0 0 0,-4 0 0,-11 0 0,-8 0 0,-8-3 0,0-6 0,-3 0 0,-2-3 0,-3 5 0,0-1 0,0-4 0,-12-5 0,1 7 0,-15-2 0,3 12 0,-10 0 0,-7 0 0,-7 0 0,-6 0 0,6 5 0,7 4 0,16 1 0,3 7 0,16-9 0,-3 8 0,8-7 0,0 3 0,0-4 0,12 0 0,-1-3 0,21 3 0,10-7 0,-10 4 0,12-5 0,-16 0 0,6 0 0,6-5 0,-11-3 0,-9-6 0,-13-8 0,-7-1 0,-4-10 0,-6-8 0,-24-8 0,-13-8 0,5 22 0,-6 1 0,-4-1 0,-5 2 0,-13-4 0,-2 3 0,-4 4 0,-1 2 0,2 5 0,0 4 0,5 3 0,1 3 0,5 5 0,1 3 0,8 1 0,0 2 0,1 0 0,0 4 0,-8 6 0,2 4 0,-25 7 0,-6 19 0,59-13 0,12-1 0,16-3 0,4-2 0,0 2 0,0 1 0,0-4 0,8 4 0,-3-9 0,16 0 0,3-9 0,5 0 0,-5-4 0,2 0 0,-9-3 0,2-2 0,-7-3 0,-9 1 0,-3-10 0,0 7 0,-8-16 0,-7 15 0,-13-11 0,-7 11 0,-10-3 0,-2 8 0,-29 2 0,11 4 0,-19 0 0,10 0 0,5 4 0,-5 3 0,-12 23 0,36-7 0,-1 7 0,43-9 0,8-12 0,13 12 0,8-5 0,20 9 0,-5-14 0,-2-2 0,-3-9 0,5 0 0,17 0 0,1 0 0,5 0 0,-18-8 0,-14 2 0,-15-15 0,-12-6 0,0 2 0,-8-9 0,2 16 0,-3 0 0,5 9 0,4 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6:50.927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1 361 24575,'23'-4'0,"13"0"0,-15 4 0,5 0 0,0 0 0,4-8 0,-5 6 0,18-6 0,-13 8 0,9 0 0,6 0 0,2 0 0,12-5 0,-5 4 0,5-4 0,-6 5 0,5 0 0,3 0 0,6 0 0,7 0 0,2 0 0,6 0-626,9 0 626,1 0 0,-21 0 0,2 0 0,-17 0 0,-1 0 0,14 0 0,-1 0 0,30 0 0,-14 0-6,7 0 6,-32 0 0,1 0 0,32 0-277,-31 0 0,-2 0 277,17 0 0,5-5-13,-13 3 13,6-3 607,-7 5-607,-6 0 6,4 0-6,-4 0 571,6-5-571,-1 4 15,1-4-15,0 5 0,7-6 0,-5 5 0,12-4 0,-28 2 0,0 0 0,30 2 0,-28-2 0,0 1 0,21 2 0,7 0 0,0 0 0,-1 0 0,1 0 0,0 0 0,0 0-445,7 0 445,-5 0 0,5 0 0,-7 0 0,0 0 0,7 0 0,-5-5 0,5 3 0,-30-1 0,0 1 0,32 2 0,-35 0 0,-2 0 0,19 0 0,0 0 0,2 0 0,0 0 0,-3 0 0,-6 0 0,-6 0 0,-2 0 0,-7 0 0,-5 0 0,4-5 445,-4 4-445,5-4 0,1 5 0,-1-4 0,1 2 0,23-7 0,-12 8 0,14-4 0,-13 5 0,-11 0 0,5 0 0,0 0 0,2 0 0,6 0 0,-1 0 0,1 0 0,0 0 0,0 0 0,0-5 0,0 4 0,0-4 0,0 5 0,0 0 0,30 0 0,-23 0 0,23 0 0,-30 0 0,0 0 0,0 0 0,0 0 0,-1 0 0,1 0 0,0 0 0,7 0 0,-5 0 0,12 0 0,-12 0 0,12 0 0,-6 0 0,8 0 0,0 0 0,-27-2 0,1-1 0,33 2-318,-34-2 0,0 1 318,27 2 0,0 0 0,0 0 0,7 0 0,-5-5 0,5 3 0,-7-3 0,-1 5 0,1 0 0,8 0 0,1 0 0,0 0 0,6 0 0,-6 0 0,8 0 0,0 0 0,-28 0 0,0 0 0,-17 0 0,1 0 0,21 0 0,-1 0 0,-24 0 0,-3 0 0,5 0 0,1 0 0,-2 0 0,2 0 0,-1 0 0,2 0 0,3 0 0,0 0 0,0 0 0,0 0 0,0 0 0,1 0 0,-1 0 0,0 0 0,0 0 0,0 0-492,4 0 0,1 0 384,1 0 1,0 0 107,4 0 0,0 0 0,-4 0 0,-1 0 0,0 0 0,-1 0 0,-4 0 0,0 0 0,0 0 0,1 0 0,-1 0 0,0 0 0,-1 0 0,2 0 0,17 0 0,1 0 0,-19 0 0,1 0 0,13 0 0,-2 0-357,21 0 357,-1 0 0,-9 0 0,1 0 0,0 0 0,0 0 0,-1 0 0,1 0 0,0 0 0,7 0 0,3 0 0,6 0 0,1 0 0,0 0-395,-42 0 1,1 0 394,-5 0 0,4 0 0,39 0 0,3 0-492,-28 0 0,1 0 358,-5 0 0,4 0 1,-3 0 133,7 0 0,-3 0 0,11 0 0,1 0 0,1 0 0,0 0 0,4 0 0,1 0 0,0 0 0,0 0 0,4 0 0,2 0 0,0 0 0,1 0 0,-30 0 0,0 0 0,1 0 0,-1 0 0,1 0 0,-1 0 0,0 0 0,1 0 0,-1 0 0,0 0 0,1 0 0,-1 0 0,4 0 0,1 0 0,-1 0-328,-3 0 0,0 0 0,1 0 220,2 0 1,0 0-1,0 0 108,-3 0 0,-1 0 0,0 0 0,-1 0 0,0 0 0,5 0 0,24 0 0,7 0 0,-6 0 0,-23 0 0,-4 0 0,3 0 0,21 0 0,5 0 0,-8 0 0,2 0 0,-5 0 0,3 0 0,0 0-492,0 0 0,-1 0 343,-4 0 1,0 0 148,-1 0 0,-1 0 0,-5 0 0,1 0 0,-1 0 0,1 0 0,-1 0 0,1 0 0,-1 0 0,1 0-263,-5 0 0,-1 0 263,0 0 0,0 0 0,-5 0 0,0 0 375,-4 0 0,-1 0-375,0-3 0,-1 0 0,-5 3 0,2-1 0,18-7 0,-1-1 0,-17 5 0,-1-1 0,10-3 0,-1-2 0,22-2 0,-7 0 983,-1 6-48,1 0-935,8 6 0,1-5 965,8 3-965,-47-1 0,2 1 0,0 1 0,0 2 0,0-1 0,0 0 0,3 0 0,0 0 0,-3 0 0,0 0 0,4-3 0,1 0 491,-3 2 1,4 0-453,24-2 1,1 1-40,-20 2 0,-1 0 3,17-3 0,-1 0-3,-21 3 0,-4-1 0,-5-5 0,0 0 0,3 3 0,0-1 0,-4 1 0,0-1 0,4-2 0,0 1-182,1 4 0,0 1 182,4-6 0,0 0 0,0 5 0,1 0 0,3-5 0,1 0 0,0 5 0,1 1-169,4-3 1,0 0 168,5 2 0,-1 2 0,-2-1 0,-1 0 0,3 0 0,1 0 0,-2 0 0,4 0 0,-11 0 0,4 0 0,-2 0 0,15 0 0,-1 0 0,16 0 0,-3 0 0,-29 0 0,-3 0 0,-7 0 0,0 0-18,-1 0 1,0 0 17,38 0 0,-2 0 0,-14 0 0,-8 0 983,-9 0-961,-13 0 656,-10-4-678,-14 3 245,-10-3 1,-7 4 0,-2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6:56.502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0 640 24575,'31'-10'0,"3"2"0,-15 8 0,0 0 0,1-4 0,-11 3 0,20-2 0,-13 3 0,13 0 0,-7 0 0,-8 0 0,11 0 0,-15 0 0,16 0 0,-7 0 0,-1 0 0,8 0 0,-7 0 0,4 0 0,3 0 0,-3 0 0,10 0 0,1 0 0,5 0 0,1 0 0,23 0 0,-23-4 0,11 2 0,-19-2 0,-8 4 0,4 0 0,-1-4 0,-13 3 0,11-3 0,-6 4 0,14 0 0,7 0 0,7-5 0,12-1 0,-5 0 0,11-4 0,-4 9 0,6-4 0,-1 0 0,31-6 0,-29 4 0,27-3 0,-34 10 0,-1 0 0,-1-5 0,-6 4 0,-1-4 0,1 5 0,-1 0 0,1 0 0,-7 0 0,5 0 0,-10 0 0,5 0 0,-7 0 0,6 0 0,2 0 0,23 0 0,-13 0 0,13 0 0,-18 0 0,7 0 0,2 0 0,6 0 0,7 0 0,-6 0 0,13 0 0,-12 0 0,12 0 0,-5 0 0,7 0 0,-1 0 0,1 0 0,0 0 0,0 0 0,-1 0 0,1 0 0,-27 0 0,1 0 0,26 0 0,-31 0 0,0 0 0,22 0 0,-6 0 0,6 0 0,0 0 0,-5 0 0,12 0 0,-5 0 0,6 0 0,1 0-583,8 0 583,1 0 0,0 0 0,6 0 0,-6 0 0,8 0 0,0 0 0,0 0 0,-29 0 0,2 0 0,-17-2 0,-1-2 0,14 1 0,-1 0 0,22-4 0,-7-4 0,0 10 0,-1-4 0,1 5 0,0 0 0,-7 0 0,-2-5 0,-8 3 0,1-3 0,0 5 0,-6 0 0,-2 0 583,-7-4-583,7 3 0,-5-4 0,29 0 0,-25-1 0,24-4 0,-21-1 0,-1 4 0,-1 2 0,-6 5 0,5-5 0,3 4 0,6-9 0,0 9 0,0-9 0,0 9 0,0-4 0,0 5 0,7-5 0,1 3 0,8-3 0,0 5 0,-17 0 0,3 0-492,-14 0 0,1 0 0,21 0 0,1 0 365,-18 0 1,-2 0-366,5 0 0,1 0 383,5 0 0,1 0 109,4 0 0,1 0 0,5 0 0,-1 0 0,-4 0 0,0 0 0,4 0 0,-1 0 0,-8 0 0,0 0 0,4 0 0,-1 0 0,-3-3 0,-2 0 0,-3 2 0,0 0 0,3-2 0,0 0 0,-8 3 0,0 0 0,2 1 0,3-2 0,17-4 0,-1-1 0,-20 4 0,-1 1 0,17-5 0,-2 0-250,-23 4 0,-4-1 250,2-1 0,0 1 0,42-4 0,-1-4 0,-9 4 0,1-5 0,0 6 0,-7-4 0,-2 3 0,0-4 0,1-1 983,1 1 0,5 4-936,-5 2-47,-14 0 0,3-1 0,-15 2 0,1 0 204,22-5 0,-1 0-204,-16 5 0,-2 1 0,9-1 0,1 2 0,1 2 0,0 0-492,8 0 0,1 0 0,0 0 0,2 0 427,8 0 0,1 0-427,0 0 0,1 0 27,4 0 0,2 0 465,4 0 0,0 0 0,-4 0 0,0 0 0,4 0 0,0 0 0,-5 0 0,-1 0 0,1 0 0,0 0 0,-5 0 0,-1 0 0,0 0 0,-1 0-492,-4 0 0,-1 0 352,-5 0 0,2 0 140,20 0 0,-1 0 0,-28-3 0,-2 0 0,17 3 0,-3-1 251,13-5-251,-2 1 0,-14-1 0,-2-6 0,-7 6 0,-6 1 983,-2 5 0,-7 0 0,7 0 0,2 0 0,5 0 0,1 0-923,0 0 509,0 0-569,0 0 0,-12-2 0,1-1 0,29 1 0,-26 0 0,1-1-501,31 3 501,1 0 0,8 0 0,0 0 0,-8 0 0,6 0 0,-6 0 0,8 0 0,0 0 0,0 0 0,0 0 0,-46 0 0,0 0 0,-3 0 0,0 0 0,1 0 0,4 0 0,16 0 0,0 0 0,-17 0 0,1 0-429,16 0 0,0 0 429,28 0 0,-8 0 0,-2 0 0,-7 0-325,0 0 325,0 0 0,-8 0 0,6 0 0,-5 0 0,7 0 0,0 0 0,0 0 0,7 0 0,2 0 0,-40 0 0,4 0 0,25 0 0,1 0-447,-16 0 0,-1 0 447,17 0 0,-1 0 0,-21 0 0,-4 0-432,-1 0 1,0 0 431,4 0 0,1 0 0,-1 0 0,0 0 0,0 0 0,0 0 0,0 0 0,1 0 0,-1 0 0,0 0 0,-4 0 0,0 0 0,3 0 0,0 0 0,-7 0 0,0 0 151,3-3 1,0 1-152,0 1 0,0 0 0,-3-4 0,0-1 0,3 5 0,0 1 0,-4-3 0,0 0 0,50 3 0,-28-2 0,0-2 0,-16 1 0,-1-1 0,14 1 0,-1-1 0,22-1 0,0 5 0,3 0 0,7 0 0,-1 0 0,1 0 0,0 0 0,0 0 0,0 0 0,0 0 0,-1 0 0,-49-3 0,0 0 0,50 2 0,-47-2 0,2 0 0,18 3 0,0 0 0,-13 0 0,0 0-301,16 0 0,0 0 301,-20 0 0,-2 0 0,9 1 0,1-2 0,1-2 0,0 0 0,4 3 0,0-1 0,-5-5 0,1 0 0,-1 5 0,-1 0 0,-4-1 0,0-2 0,1 1 0,-2 0 0,-2 3 0,-1-1 0,-1-2 0,0 0 0,0 3 0,0 0 0,1 0 0,0 0 371,0 0 0,0 0-371,1 0 0,-4 0 221,11 0 1,-17 0-1,-38 0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7:05.194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1 3882 24575,'30'-14'0,"0"3"0,-14 11 0,2 0 0,8-4 0,8-2 0,7-4 0,18-1 0,-16 1 0,-3 4 0,-8-2 0,3 2 0,18-5 0,15 0 0,1 0 0,5-1 0,-7 1 0,0 0 0,0 5 0,-1-4 0,-5 9 0,4-9 0,-11 8 0,5-7 0,-12 3 0,-7-4 0,-16 5 0,-3-3 0,-12 3 0,7-3 0,-8 3 0,13-3 0,-2 3 0,0-3 0,-3 3 0,9-7 0,-9 6 0,13-7 0,-12 9 0,6-13 0,-9 13 0,8-13 0,-5 12 0,6-8 0,-4 7 0,6-6 0,0 2 0,9-5 0,5-5 0,1 0 0,5-1 0,2 6 0,28-15 0,-22 16 0,21-15 0,-38 22 0,-2-2 0,-8 5 0,3-6 0,5-5 0,11-1 0,2 2 0,5 3 0,1 0 0,-1 1 0,1-1 0,-1 1 0,1-1 0,-17 5 0,2 2 0,-10-1 0,9 0 0,3-5 0,1 1 0,-1-1 0,-1 0 0,7 0 0,0-1 0,7-4 0,6 3 0,-5-3 0,5 4 0,0 0 0,-5 0 0,-1 1 0,-8-5 0,-6 4 0,7-8 0,-3 4 0,3 4 0,-4-2 0,-3 7 0,0-3 0,7-2 0,0 1 0,7-5 0,-12 8 0,-7-3 0,-7 6 0,1-1 0,12-10 0,7 4 0,5-9 0,7 8 0,2-4 0,6 5 0,-1 0 0,31-10 0,-22 2 0,-23 6 0,-1-2 0,18-7 0,5-1 0,-7 5 0,0-3 0,0 4 0,0-5 0,0-1 0,0 6 0,0-4 0,-1 3 0,-5-4 0,-2 1 0,-7 0 0,7-1 0,19 1 0,-13-1 0,10 1 0,-22 5 0,-1-4 0,1 3 0,-1-4 0,1 0 0,-6 1 0,-2-1 0,-6 1 0,1 0 0,-1 1 0,-5-1 0,-10 6 0,2-3 0,-2 2 0,28-13 0,-9 6 0,20-7 0,-22 9 0,10-1 0,-4 1 0,5-2 0,1 1 0,-1 0 0,1 0 0,-1 0 0,1 0 0,-1 0 0,1 0 0,-1 0 0,1 0 0,-1 4 0,1 2 0,-1 0 0,24-6 0,-11 3 0,12-2 0,-18 9 0,-6 0 0,-1 1 0,1-1 0,-1 1 0,1-1 0,-1-4 0,1 3 0,-1-3 0,1 4 0,-1-4 0,1 3 0,-1-3 0,7 4 0,-5 1 0,11-1 0,26-5 0,-17 3 0,23-3 0,-30 5 0,0 0 0,0 0 0,0-1 0,-7 2 0,-1-1 0,-6 0 0,5 5 0,3-3 0,-1 3 0,6-5 0,-12 0 0,5 5 0,-7-4 0,-5 5 0,16-10 0,-19 4 0,13-3 0,-23 4 0,-10 5 0,-3-3 0,-13 7 0,8-7 0,-3 3 0,4 1 0,-4 0 0,3 0 0,-3-1 0,9-8 0,1 3 0,10-8 0,1 7 0,41-13 0,-14 6 0,12-3 0,-33 6 0,-8 6 0,3-6 0,18-1 0,15-7 0,7 5 0,8 1 0,0 5 0,0-5 0,-1-1 0,1-1 0,0-3-421,0 3 421,-1-5 0,1 6 0,0 1 0,-27 4 0,1-1 0,26-7 0,-27 7 0,-2 0 0,15-7 0,12 8 0,-12-8 0,5 3 0,-7-4 0,0-1 0,-7 1 0,6 0 0,-12 6 0,5 0 0,-7 5 0,1 1 421,-7-1-421,-5-8 0,-12 8 0,-2-7 0,1 8 0,24-8 0,-18 6 0,15-6 0,-26 9 0,0 4 0,3-3 0,2 2 0,1-3 0,-1-1 0,4 1 0,-2 0 0,9-1 0,1-5 0,-6 9 0,-1-3 0,-6 5 0,6-2 0,1-3 0,6-1 0,17-9 0,-19 3 0,8 1 0,-20 7 0,3 3 0,0 0 0,-1-4 0,-2 4 0,-12 1 0,7 4 0,-8 0 0,0 0 0,8-4 0,-2-2 0,-1 1 0,8 1 0,-12 4 0,18 0 0,-3-4 0,11-2 0,28-4 0,-15 0 0,17-1 0,-19 1 0,-5 0 0,30-6 0,-17 5 0,16-4 0,-22 9 0,-6 1 0,-7 1 0,-16 3 0,-8-3 0,-8 4 0,0 0 0,7 0 0,-5 0 0,5 0 0,-7 0 0,0 0 0,3 0 0,-2 0 0,2 3 0,-7 5 0,0 5 0,-4-1 0,0 0 0,0-4 0,0-1 0,0 5 0,0-4 0,0 4 0,4 3 0,3-2 0,7 12 0,-1-11 0,3 6 0,-7-11 0,12 8 0,-11-4 0,16 1 0,-16-2 0,11 1 0,-13-8 0,8 6 0,-3-10 0,5 11 0,-6-7 0,5 4 0,-1 1 0,-2-4 0,5 5 0,-10-6 0,3 6 0,-4-9 0,-3 6 0,-2-8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8:03.945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1 5301 24575,'43'-24'0,"3"-1"0,20 13 0,12-3 0,12 4 0,10 3-492,-16 3 0,3 1 164,-5-1 0,6 0 0,-2 2 0,-12 2 0,-3 1 0,0 1 0,-1-1 0,-1 0 0,0 0 170,0 0 1,0 0 0,-1 0 157,28 0 0,0 0 0,-21-1 0,2-2 0,-5 1 0,8-1 0,-4-1-351,13-2 0,-7-1 351,2-4 0,-33-4 0,-15 5 983,-25 1-234,-3 2 234,0 3 0,-4-4 0,-25 4-554,-9 0-429,-19 4 0,-8 0 0,-5 0 0,-30 0 0,38 0 0,-3 0-492,-11 0 0,-3 0 0,-8 0 0,-2 0 53,-4 0 1,-1 0 438,-10 0 0,-1 0 0,5 0 0,0 0-492,0 0 0,2 0 273,11 0 1,7 0 218,-8 0 0,35 0 0,80-5 0,33-2 0,-14 1 0,6-1 174,18 0 1,5 0-175,13-1 0,4 0-328,-28 3 0,1-1 0,1 1 154,3-1 1,0 1-1,-1 0 174,-2-1 0,-1 1 0,-1-1-328,-2 1 0,-1 0 0,-2 0-115,26-3 1,-4 0-50,-7 1 0,-4 0 459,-10 0 0,-6 0 1016,18-8-305,-30 4 305,-38-1 0,-8 4 0,0 0 0,-24 4 0,-9 0 0,-20 4-201,-4 0-782,1 0 0,-7 0 0,-2 0 0,-6 0 0,6 0 0,29 0 0,17 0 0,68 0 0,11 0 0,-11 0 0,5 0-492,0 0 0,3 0 375,7 0 1,2 0 116,0 1 0,0-2 0,5-1 0,-2-2 0,-11 1 0,-3-1 0,-2-1 0,-5-3 0,2-6 0,-18 3 0,-48-2 0,-9 4 0,-8 4 0,-4 1 0,-5 4 983,-17-6-749,-15 5-234,-20-4 0,-3 5-576,-7 0 576,8 0 0,8 0 0,17 0 0,27 7 0,16-1 0,20 10 0,4-7 0,0 7 576,0-8-576,8 8 0,30 17 0,2-9 0,15 5 0,-17-20 0,1-4 0,9-4 0,12 4 0,7-5 0,0 0 0,-26 0 0,-3 0 0,-25-4 0,-3-1 0,-3-12 0,-7 7 0,0-15 0,-8 14 0,-6-6 0,-14 3 0,-24-1 0,2-1 0,-21 1 0,4 9 0,-25 1 0,42 2 0,-3 1-492,-9 1 0,-3 0 404,1-2 0,-1 0 88,-8 3 0,-2 0 0,5 0 0,0 0 0,-4 0 0,0 0 0,12 0 0,3 0 0,6 0 0,4 0 0,-6 4 0,20 0 0,31 4 0,0 0 0,16 15 0,3-7 983,17 13-806,2-14-177,6 4 0,5-4 0,-10-3 0,-1-3 0,-2-9 0,3 0 0,19 0 0,6 0 0,7 0 0,0 0 0,-7 0 0,-1-5 0,-22 0 0,-8-4 0,-17-3 0,-8 3 0,0-2 0,-4 3 0,-4 0 0,-9 0 0,3 3 0,-16-3 0,12 7 0,-18-3 0,17 4 0,-7 0 0,9 0 0,5 3 0,-1 1 0,6 13 0,16 3 0,9 9 0,13-3 0,11-5 0,7-2 0,23-1 0,17 7-492,-6-11 0,6-2 0,-17-4 0,2-1 287,-9-2 0,4-1 0,-4-1-287,8-3 0,-4 0 357,2 0 1,-3 0 134,-10 0 0,-3 0-130,-3 0 1,-3 0 129,31 0 0,-32-4 0,-17 3 983,-23-6 0,-5 2 0,-2-3-155,-9-4-510,-11 7-318,-13-3 0,-12 8 0,4 0 0,2 0 0,7 0 0,-1 0 0,-12 0 0,-1 0 0,10 4 0,12 0 0,20 13 0,7-3 0,11 4 0,9-5 0,18-3 0,16 1 0,21 1-779,10-6 779,-40-3 0,2 0 0,-1-3 0,2 0 0,3 0 0,0 0 0,-3 0 0,-2 0 0,-3 0 0,-1 0 0,33-5 0,-16-6 0,-23-9 0,-15 5 0,-16-6 0,-9 8 0,0-9 0,-7 7 779,-12-11-779,1 15 0,-13-11 0,-2 12 0,-17-4 0,13 9 0,-11 0 0,10 5 0,-8 0 0,-11 0 0,1 0 0,5 0 0,2 4 0,10 6 0,15 0 0,-1 11 0,19-11 0,-6 15 0,8-11 0,8 13 0,2-13 0,17 8 0,15-11 0,12 0 0,6-1 0,-8-2 0,1-2-492,24 1 0,1-2 326,-14-1 1,-1-2 165,2-2 0,-1 0 0,1 0 0,0 0 0,-5-2 0,-1-2 0,-8 0 0,-2-4 0,41-16 0,-19-10 0,-9-5 0,-19-9 0,-11-7 0,-11 1 0,-10-11 983,-6 10-651,-14-4-332,-9 0 0,-39-16 0,1 19 0,16 24 0,-2 5 0,-32 5 0,5 5 0,-5 11 0,13 1 0,8 5 0,13 4 0,16 1 0,6 12 0,10 2 0,-2 13 0,5 8 0,0 7 0,5 6 0,5-7 0,10 1 0,53-1 0,5-10-490,-17-17 0,4-5 490,-6-6 0,0-3 0,1-2 0,0-1 0,4-2 0,0 0 0,-3 0 0,-2 0 0,1-2 0,-2-2 0,40-2-326,-10-11 326,-26-4 0,-20 0 0,-19-6 0,-9 4 0,-4-5 963,-1 5-963,-12-4 343,3 13-343,-24-11 0,2 14 0,-27-7 0,-1 12 0,-19 1 0,-2 5 0,-6 0 0,6 0 0,2 10 0,7 2 0,22 8 0,9-5 0,28 6 0,4-7 0,4 4 0,13-1 0,2-12 0,18 8 0,30-12 0,3 3 0,27-4-734,-3 0 734,-40-2 0,1-2 0,3-1 0,2-3 0,-1-4 0,0-2 0,-4-1 0,-2-1-102,35-20 102,-15-3 0,-19-4 0,-13-7 0,-16-9 0,-10 5 0,-6-11 0,-15 4 0,-7 0 0,-16 1 0,-36-9 0,7 19 97,17 21 0,-4 4-97,-34-4 0,-2 11 0,-5 5 0,7 8 0,0 5 0,7 5 103,8 5-103,25 5 0,14 9 0,20-1 0,0 9 0,8 3 539,-3 4-539,4-9 0,0-8 0,11-5 0,4-12 0,17 2 0,-4-7 0,1 0 0,2 0 0,5 0 0,17 0 0,7-4 0,7-8 0,-6-4 0,-2-11 0,-26 7 0,-5-4 0,-24 2 0,0 4 0,-4-9 0,-4-1 0,-7-12 0,-13-4 0,-5-1 0,-17-15 0,6 15 0,-3 5 0,-19 6 0,-5 7 0,0 9 0,0 7 0,0 6 0,6 5 0,8 9 0,6 7 0,12 10 0,9-1 0,3 2 0,13 1 0,-4 6 0,9 18 0,0-24 0,13 7 0,6-27 0,9-3 0,-4-1 0,6-4 0,-1 0 0,11 0 0,-1 0 0,-10-3 0,-3-6 0,-13 0 0,4 1 0,-7-3 0,-2 5 0,-3-6 0,-4 0 0,0 3 0,-17-4 0,6 9 0,-27 0 0,20 4 0,-22 0 0,2 0 0,-20 0 0,-14 0 0,-14 5 0,-2 8-379,41-2 1,2 3 378,-44 17 0,3 5 0,7-1 0,5 6 0,7 11 0,18 7 0,13 10 0,13-2 0,9 0 0,11-16 0,3 1 0,9 25 0,12 20 0,10-43 0,14-12 0,2-10 757,16-6-757,1-9 0,7-6 0,0-6 0,0-5 0,-16-14 0,-15 8 0,-18-21 0,-13 3 0,-1-10 0,-4-6 0,-5-5 0,-5 4 0,-11-6 0,-15 11 0,-50-12 0,1 22-492,25 8 0,-2 4 443,8 9 0,0 3 49,-1-1 0,0 0 0,-1 3 0,1 0 0,1 0 0,0 0 0,4 2 0,0 2 0,-42 8-327,8 11 327,9 12 0,12 5 0,12-1 0,23-13 0,11 1 0,16-13 983,-4 3-902,5-1 264,4-7-345,27 13 0,-3-11 0,30 7 0,-12-12 0,7-2 0,-1-4 0,7-5 0,-5-1 0,5-9 0,-22 0 0,-8 0 0,-21 3 0,-4 4 0,-4 1 0,0-5 0,-13 3 0,-7-4 0,-44 3 0,5 5 0,-32 0 0,15 5 0,-14 0 0,5 0 0,-6 0 0,15 0 0,9 0 0,23 12 0,18-5 0,18 9 0,8-8 0,8 9 0,12-2 0,16 9 0,-1-13 0,4 2 0,0-7 0,16 5 0,22-6 0,15 1-984,8-6 457,-8 0 527,-2 0 0,-14 0 0,-24-8 0,-21 3 0,-23-12 0,-8 9 0,0-13 983,-3 11-455,-11-12-528,-5 8 0,-19-1 0,7 2 0,-3 7 0,7-2 0,-7 7 0,-14-3 0,-19 4 0,-9 0 0,19 0 0,1 0 0,-21 0 0,-3 4 0,55 0 0,17 8 0,8-3 0,-4 7 0,0-7 0,-5 3 0,2-4 0,-5 4 0,3-7 0,-12 11 0,6-11 0,-11 9 0,-2-5 0,-13-4 0,6-1 0,1-4 0,7 0 0,-1 0 0,-7 0 0,21 0 0,6 0 0,77 0 0,39 0 0,-54 0 0,3 0-328,25 0 0,12 0 0,-7 0-164,-4 1 0,-4-2 409,12-1 0,0-2 83,-5-2 0,-1-3 0,1-4 0,-3-3 0,-7-1 0,-2-2 0,1-5 0,-3-1-492,-6 2 0,-2-2 324,-4-1 0,-1-1-88,-7 2 0,-2-1 256,36-22 0,-8-1 0,-14 3 0,-3 6 0,1-5 0,-1 11 0,8-6 0,5 6 0,2-1 0,7 0 0,-1 4 600,1 2-600,-29 12 983,-19 6-639,-41 7 229,-24 4-573,-18 0 0,-27 0 0,25 0 0,-2 0-492,-8 0 0,-1 0 348,-12 3 1,-2 1 143,0-1 0,0 2 0,-4 4 0,-1 2 0,0 3 0,1 1 0,4 2 0,0 2 0,0 2 0,3 1 0,10-3 0,3 1 0,1 1 0,4 3 491,7 1 1,5 1-107,-6 6-385,8 5 0,39-28 0,-2 3 0,3-4 983,0 4-597,-4-3-386,0 3 0,-13-4 0,-7 1 0,-11 0 0,-10 1 0,-8 1 0,-1-1 0,-5 1 0,0 0 0,-2-1 0,-13 2 0,-2-1 0,0 1 0,28-6 0,21 3 0,17-5 0,-1 1 0,-53 12 0,21-14 0,-38 15 0,45-17 0,-3 3 0,6 1 0,-1 0 0,-1 5 0,7-5 0,-16 7 0,5 0 0,-20 8 0,11 6 0,-3-4 0,19 2 0,3-10 0,13 2 0,10-7 0,-2 3 0,8 0 0,0-3 0,0 3 0,0-4 0,4-1 0,17-2 0,-5-2 0,29-3 0,13 0 0,29 0-492,-22 0 0,8 0 0,22 0 0,9 0 164,-20 0 0,5 0 0,3 0 82,-12 0 0,2 0 0,2 0 0,1 0 0,8 0 0,1 0 0,1 0 0,0 0 0,-1 0 0,1 0 0,0 0 0,0 0 0,2 0 0,1 1 0,0-1 0,-1-1 0,-2 0 0,-1-1 0,-1 0 0,1-2 0,-3 1 0,-1-1 0,0-1 0,0-2 0,-4 0 0,-2-1 0,2-2 0,2-3 49,-2-1 0,5-3 1,0-2-1,-2 0 0,-5 2-49,-4 1 0,-5 2 0,-1-2 0,2 0 0,13-5 0,3-3 0,-3 1 0,-9 3 6,13-4 0,-14 3 240,9-6 983,-35 5 0,-50 10 0,-3 3 0,-3-7 0,-11 2 0,0 5 0,-18-4 0,-4 7 0,1 1 0,1 0 0,2 5 0,-10 0 0,-20 0-737,-4 0 1,-4 0-247,14 0 0,-2 0-492,-23 0 0,-1 0 422,26 0 1,2 0 69,0 0 0,0 0-365,-46 0 365,8 0 0,8 10 0,16 2 0,9 9 0,27-6 0,7-1 0,22-2 983,3-3-864,4 7 267,10 2-386,10 2 0,17 4 0,36 2 0,4-8 0,-25-7 0,4 0 0,-1-4 0,1-1-492,4 0 0,1 1 293,4 0 1,0 0 198,-2 0 0,-4-1 0,19 2 0,-24-3 0,-57-5 0,-47 0 0,-18 0 0,10 0 0,-3 0 0,2 0 0,-1 0-492,-7 0 0,-1 0 0,0 0 0,-1 0 472,0 0 1,0 0 382,5 0 0,1 0-363,7 0 0,4 0 0,-13 8 0,22-3 0,31 11 0,8-7 983,8 7 0,6-2-287,9 0-696,52 10 0,-11-6 0,-8-4 0,2 1-411,-8-2 0,1-1 411,3-2 0,2 0 0,-1-1 0,0 0-155,-4-2 0,-2-1 155,35 6 0,-37-6 0,-20-1 0,-36-5 0,-21 0 0,-12 0 0,-17 0 0,-9 0 0,-8 0 0,-6 0 0,-1 0 0,0 0 0,7 5 0,8 1 809,29 7-809,14-3 323,22 2-323,3 0 0,8 6 0,7 6 0,14 0 0,6 0 0,10-8 0,32 8 0,-4-10-212,-24-4 0,1 1 212,33 0 0,0 1 0,-14-1 0,-19-4 0,-21-3 0,-21-7 0,-4-6 0,-25-8 0,-2 2 424,-20-3-424,-3 7 0,-1-4 0,-12 3 0,-8-3 0,-17 3-666,-8-1 666,42 9 0,0 1 0,-35-2 0,3 5 0,32 4 0,10 1 0,22 3 0,9 0 0,9 12 666,9-5-666,8 3 0,6-6 0,5-7 0,5 0 0,13-1 0,9-4 0,19 0 0,9 0-537,10 0 537,-1 0 0,-15 0 0,-31 0 0,-19-4 0,-22-4 0,-2-1 0,-10-7 0,-13 6 537,-9-3-537,-6 3 0,2 5 0,0 1 0,-13 4 0,-9 0 0,-12 0 0,6 0 0,22 3 0,11-2 0,28 15 0,10-9 0,14 10 0,16-7 0,20-4 0,17-2 0,-24-3 0,4-2-492,11 1 0,4 0 55,12 0 0,5 0 437,-22 0 0,2 0 0,0 0 0,1 0 0,-1 0 0,0 0-328,4 1 0,-1-1 0,0-1-164,26-1 0,-2-2 261,1 0 0,-2-1 231,-7-5 0,-4-1-492,-7 1 0,-3-2 421,-8-1 1,-4-1 70,-9 2 0,-6-1 0,15-4 983,-20 2-463,-37 6 463,-10 5 0,-18 0 0,-13 4-22,-24 0-961,-17 0 0,24 0 0,-3 0-492,-4 0 0,-2 0 457,-6 0 1,-2 0 34,5 0 0,1 0 0,3 3 0,3 0 0,-36 3 0,39 4 0,24 0 0,28 2 0,10 1 0,7 4 0,20 2 0,14 1 0,36 4 0,-30-14 0,5-1-492,14 2 0,5-2 384,12 0 1,2-3 107,4-1 0,3-1-328,-28-2 0,2 1 0,-1-1 0,-2-2 0,-1 0 0,0 0 141,3-2 0,1 0 1,-1-1 186,26-4 0,-2-2-492,-8-1 0,-3-2 399,-9-4 0,-4-2 93,-6-5 0,-7 0 0,6-5 983,-19-10-171,-55 33 171,-9-3 0,-16 8-320,-14 0-663,-27 0 388,26 0 1,-4 0-389,-15 0 0,-5 0-492,-11 0 0,-5 0 164,22 0 0,-1 0 0,-3 0 0,-4 0 0,-3 0 0,0 0 0,-3 0 0,0 0 0,-2 0 0,-2 0 0,-1 0 0,1 0 172,6 0 0,1 0 0,1 0-172,3 0 0,1 0 0,2 0 40,-18 0 1,5 0 431,14 2 0,7 1-144,-7 2 983,33 9-94,41 3 94,9 2 0,49 20 0,25-6-891,-20-12 0,6 0-92,5-3 0,4-1 0,13-5 0,3-1 0,-29-3 0,0 0 0,2-2 0,1-1 0,2-3 0,-1 1 0,-1-1 0,1 1 0,-2-1 0,28-2 0,-3 0 0,-8 0 0,-3 0 0,-8 1 0,-6-2 0,11-7 273,-27 3-273,-48-11 0,-14 2 0,-8-8 0,-20-3 0,-1-1 0,-12 9 0,-6 2 0,6 2 0,-2 1 405,-32-5 1,-6 1-406,3 1 0,-3 0-328,18 7 0,-3 0 0,-2 0 0,-5-1 0,-2 1 0,-2 1 0,-5 1 0,-2 0 0,-1 0 180,-3 0 0,0 0 1,0 1 147,7 1 0,2 1 0,0 0 0,4 0 0,0 0 0,3 1-328,8 1 0,2 1 0,3 1-164,-25-2 0,9 2 407,-18 2 85,38 2 943,66 3-943,10 0 983,20 2 0,21 0 0,30 2-879,-31-8 0,4-2 369,14 2 0,4-2-473,4-1 0,2-2-492,8 1 0,2 0 0,-1 0 0,-1 0 0,1 0 0,0 0 0,-5 0 0,-1 0 0,1 0 0,-3 0 0,-11 1 0,-3-2 216,-3-1 0,-4-1 276,-10-2 0,-3-2 983,34-11-901,-31 1 901,-24 6 0,-33 7 0,-20 4 0,-21 0 0,-24 0-492,21 0 1,-4 0-685,-11 0 1,-2 0 192,-8 0 0,-2 0-492,-8 0 0,-1 0 22,-1 0 1,0 0 469,4 0 0,2 0 0,2 0 0,7 0 0,0 0 0,27 0 0,72-5 983,30-7-617,21-7-366,-26 7 0,2-1 491,-4-2 1,0-1-257,3 0 1,0 0-236,38-21 0,-8 1 0,-40 13 0,-14 4 0,-30 2 0,0-7 0,-15-11 0,0 8 719,-10 4-719,-13 13 0,-12-1 0,-35 0 0,26 4 0,-3 0-492,-7 0 0,-3 0 202,-5 0 1,-5 0 289,7 3 0,-4 2 0,3 0 0,-13-2 0,1 1 0,14 3 0,-2 0 0,6 0 0,0-1 0,9 2 0,-11 7 0,31-6 0,65 10 0,22 0 0,39 6 0,-31-8 0,3 0-492,11 3 0,3 0 124,12-4 0,4-2 368,5 4 0,1 0 0,4-3 0,0-1 0,-4-2 0,-4-1 0,-11 0 0,-5-1 0,-11-3 0,-3 0 983,32 0-545,-43-4-438,-17 0 0,-28-8 0,-10-1 0,-14-11 983,-4 13-104,-9-3-879,-5 9 0,-16-1 0,-22-6 0,-11-1 0,16 4 0,-6 1-246,6 0 0,-11-2 0,0 1 0,7 1-246,-21 0 0,2 0 164,15 1 0,-4-1 0,8 2-164,6 2 0,9 0-492,-15-10 0,38 4 104,54-8 880,13-1 0,17-1 983,14-7 0,9-2 0,14-7 0,0 1 0,-1-1 0,-6 1-527,-8 2-456,-33 7 0,-12 6 0,-26 5 0,-1 9 0,-13-5 0,-13 6 430,-12-1-430,-17 2 0,-8 4 0,-25 0-492,33 0 0,-3 0 167,-7 0 1,-3 0 324,-11 0 0,-3 0 0,0 0 0,0 0 0,0 0 0,1 0 0,4 0 0,2 0 0,7 0 0,5 0 0,-15 0 0,35 0 0,59-5 0,17 4 0,23-8 0,10 2 0,29-11 245,-40 11 0,1 0-245,10-2 0,3-1 0,-1 0 0,1 0 0,4-1 0,0 1 0,-4-1 0,-1 0 0,1 1 0,-2 1 0,-8-1 0,0 1 0,-3 2 0,-4 0 0,9-5 0,-16 3 0,-40 8 0,-52-2 0,-2 3 0,2 0 0,-5 0 76,2 0 1,-2 0-77,-7 0 0,-4 0-492,-17 0 0,-3 0 0,1 0 0,-2 0 0,-3 0 0,0 0 0,10 0 0,2 0 0,11 0 0,6 0-417,-18 0 909,41-4 0,45 3 694,54-3-694,9-2 0,-14 4 0,3-3 491,1-4 1,1-1-1,-1 2 1,2 1-1,7-3 1,0 0-1,-7 3 1,-2 1-208,2-1 0,-3 1-284,-5-1 0,-5 1 0,9-1 0,-16-2 0,-44 9 390,-26-4-390,-3 4 983,-26 0-731,5 0-252,-23 0-974,-17 0 974,35 0 0,-3 0-492,-12 0 0,-3 0 50,-4 0 0,-2 0 442,-9 0 0,0 0 0,5 0 0,1 0 0,1 0 0,8 0 0,-14 0 0,35 0 0,71 0 0,26 0 0,36 0 0,-24 0 0,5 0-330,14 0 1,5 0 329,12 0 0,2 0-492,0 0 0,0 0 0,5 0 0,-2 0 0,-8 0 0,-2 0 0,-4 0 0,-2 0 67,-9 0 0,-2 0 275,-11 0 0,-3 0 150,38-5 983,-40 0-888,-17-4 888,-14 0 0,-11 4 0,16-12 0,-16 14 0,16-15 0,-2 8 0,28-14-355,-2 2-628,3-2 0,-19 13 0,-2 3 0,9 2 0,14-5 0,-1 5 0,3 1 0,28-2-324,-25 2 1,-1 0 323,24-2-238,0 0 238,-8-3 0,-23 9 0,-17-4 0,-19 1 0,-7 0 638,0-5-638,-2-3 247,-3 7-247,5-6 0,-2 10 0,1-6 0,0 2 0,-32 1 0,-9 0 0,-40 4 0,-10 0 0,33 0 0,-1 0 0,-3 3 0,-2 0 0,-11 3 0,-3 3-492,0 1 0,-1 1 211,-3 3 1,-1 1 280,0-1 0,2 0 0,8-3 0,1-1 0,-1 0 0,2-1-305,8-2 1,0-1 304,4 0 0,2 1 0,-35 4 0,10 1 0,13-6 0,2 3 983,13-7-471,5 6 147,13-7-659,2 3 0,7-4 0,-15 0 0,9 0 0,-10 0 0,2 5 0,-8 0 0,-5 1 0,-7 3 0,6-3 0,12-1 0,12 0 0,11-5 0,45 0 0,-10 0 0,42 0 0,-12 0 0,8 0 0,13 0 0,17 0-342,-40 0 1,1 0 341,3 0 0,0 0 0,-1 0 0,0 0 0,46 0 0,0 0 0,-28 0 0,0 0 0,24-5 0,-34 3 0,-4-2 0,1-12 0,-7 0 0,1-5 0,-1 0 0,1 4 0,-1-3 0,7 3 0,2-4 0,13-2 0,-6 5 0,13-4 0,-5 9 0,7-4 0,0 5 0,-8 0 683,23-4-683,-32 4 0,-4-2 0,-30 4 0,-14 2 0,5-1 0,-5 3 0,8-6 0,-16 6 0,15-7 0,-6 5 0,14-6 0,1 3 0,7-13 0,-1 12 0,6-8 0,1 5 0,5-2 0,30-14 0,-22 12 0,23-6 0,-31 10 0,7-2 0,-5-4 0,5-1 0,-6 1 0,-1 0 0,-11 5 0,-7 2 0,-2 0 0,-2 3 0,-1-6 0,-2 7 0,-5-7 0,-4 11 0,4-6 0,-9 7 0,15-7 0,-16 6 0,21-6 0,-14 7 0,0 0 0,6-4 0,-1 4 0,10-5 0,6 0 0,-1 1 0,1-1 0,-1 0 0,6 0 0,9-1 0,13 0 0,9-1 0,14 0 0,-22 3 0,1 0-456,-14 2 0,1 0 456,13-2 0,-2 0 0,31-3 0,-13 0 0,5 0-309,-7 0 309,-7 0 0,-9 1 0,-23 1 0,-12 4 0,-15 2 0,-4 1 897,8-2-897,-7-4 324,13 0-324,-4-4 0,-1 3 0,4-7 0,-12 11 0,11-6 0,-15 8 0,7-1 0,-5 1 0,1 0 0,0 0 0,-2-1 0,1 1 0,-3 1 0,3-1 0,-4-8 0,0 6 0,0-5 0,-18 3 0,2 2 0,-21-1 0,6 7 0,-18 0 0,-38 0 0,9 0 0,17 2 0,0 1 0,-30 10 0,-10 6-448,44-8 0,-2 3 448,1 1 0,0 0 0,0-2 0,1 0 0,-44 22-463,3-4 463,7-1 0,7-2 0,2-5 0,13-1 0,2 0 0,6-1 0,1-5 875,-1-1-875,-29 10 0,15-6 0,-17 8 484,25-12-484,7 0 0,-7-3 0,-2 9 0,-6-4 0,0 5 0,0 0 0,0 1 0,0 4 0,-8 2 0,0 0-626,-16 6 626,-1-3 0,42-14 0,0 1 0,1-1 0,-2 2 0,-18 6 0,1 1 0,17-7 0,0 0 0,-17 7 0,2-1 0,-19 10 0,-6 0 0,15-1 0,9-7 0,8-1 0,12-7 626,11-1-626,9-8 0,10-3 0,4-5 0,-8 2 0,7 3 0,-13 1 0,-1 1 0,-6 3 0,-8-2 0,2 3 0,-8 1 0,-5 1 0,-15 7 0,-16 0-648,-8-4 648,0 4 0,1-5 0,8 6 0,7-1 0,29-10 0,23-7 0,35-11 0,17-9 0,19-2 0,15-11 0,21-9-138,-38 15 0,2-2 138,7-2 0,0-1 0,1 0 0,0 1 0,4-2 0,1 1 0,-1 0 0,0-1 0,-4 1 0,0 1 0,0 2 0,-2 0 0,32-18 0,-3 6 0,-22 2 0,-21 11 0,-11 4 0,-11 5 0,-7 4 0,6-4 0,1 5 924,-7 0-924,6-1 0,1-3 0,-7 3 0,11-8 0,-12 8 0,7-4 0,1 1 0,5 2 0,-4 1 0,7 2 0,-15 6 0,6-4 0,-8 5 0,-30 22 0,0 2 0,-22 16 0,14-11 0,-35 21 0,13-7 0,0-5 0,-3 2 0,8-4 0,1 0-353,-9 5 1,-1 1 352,0 0 0,1-1 0,7-4 0,3-2 0,-19 16 0,30-11 0,30-26 0,13-1 0,8-9 0,11-4 705,12 0-705,28 0 0,19 0-492,-25 0 0,4 0 367,8 0 1,3 0-368,13 0 0,2 0 0,5-3 0,1-1 285,0-3 0,-1-2 207,-5-1 0,-2-3 0,-9-1 0,-3-1-193,-5 1 0,-7 0 193,12-1 0,-28 3 0,-65 12 983,-23 0-910,-31 0-73,-25 0 0,36 0 0,-3 0 324,-7 0 0,-3 0-324,-3 3 0,-1 1 0,-5 2 0,0 2 0,5 5 0,1 2 0,-1 2 0,2 2 0,11 0 0,3 2 0,2-2 0,5 0 425,-6 5-425,17 0 0,37-12 0,0 1 0,12-5 0,6-4 983,4-4-94,14 0-889,10 0 0,20 0 0,21 0 0,9 0 0,8 0 0,-34-3 0,-2 1 0,6 0 0,3-3 0,-79 5 0,-61 0 0,-13 0 0,15 0 0,-5 0-492,6 0 0,-1 0 373,-4 0 0,0 0 119,0 0 0,0 0 0,-1 0 0,1 0 0,4 0 0,1 0 0,6 0 0,5 0 0,-17 8 0,31-3 0,36 16 0,7-14 0,14 9 0,-4-15 983,23 3-744,6-4-239,32 0 0,-4 0 0,4 0-492,-5 0 0,2 0 0,24 0 0,1 0 0,-16 0 0,-3 0 0,-2 0 0,-2 0 364,-4 0 1,-1 0 127,-3 0 0,-5 0 0,12 0 0,-15 0 0,-57 0 0,-67 0 0,5 0 0,-2 0 0,-4 0 491,16 0 1,0 0-1,-12 0 1,-1 0-397,-1 0 0,0 0-95,0 2 0,1 2 0,3-1 0,3 1 0,5 2 0,5 0 966,-9 5-966,19-2 0,35 3 0,3-3 0,0 3 0,7-4 983,3-4-897,12 4-86,12-2 0,20-1 0,23 0 0,-24-5 0,4 0-492,11 0 0,4 0 130,8 0 0,2 0-130,9 0 0,0 0 19,-5 0 0,-1 0 473,-4 0 0,-2 0-186,-7 0 0,-6 0 186,12 0 0,-28 0 0,-65 0 983,-22 0-468,-33 0-515,21 0 0,-4 0 0,-6 0 0,-3 0 252,-11 0 0,-2 0-252,-4 0 0,-2 0-492,-8 0 0,-4 0 164,22 0 0,-2 0 0,0 0 0,-1-1 0,-1 1 0,1 1 0,0 0 0,0 2 0,2-1-164,-27 1 0,5 2 0,14 5 0,9 0-492,-17 3 1242,35 3-258,49-8 983,8 9 0,5-3 0,9 8 0,0-8 0,20-1 0,12 3 0,27-4-492,-24 1 1,3-1-687,8-4 1,3-1 194,4 3 0,7 0 0,2-6 0,7-2 0,-4 0-492,8 1 0,0 0 164,-9-2 0,5-1 0,-7-1 24,-2 1 1,-6 0-5,-5 0 1,-4 0 307,-9 1 0,-5-2 0,10-6 0,-27 1 971,-28-6-971,-40 8 0,6 0 983,-33 4 0,3 0-319,-26 0-992,25 0 0,-11 0 0,4 0-121,-12 0 1,-1 0 448,2 0 0,-6 0 0,9 0 0,5 3 0,9 0 0,-28 2 0,41 5 0,44-2 0,14 0 0,15 1 0,16 1 0,20 1 0,25 1 0,-26-5 0,3-1 268,11-2 1,5-1-269,16 1 0,5-2-328,-27-1 0,2-1 0,0-1 0,3 1 0,1 0 0,1 0 60,2 0 1,0 0 0,-2 0 267,-8 0 0,-2 0 0,0 0 0,0 0 0,-1 0 0,-2 0-492,17 0 0,-4 0 425,-5 1 1,-7-2 66,13-2 0,-37 2 983,-49-3-313,-31 4-670,-27 0 0,15 0 0,-4 0 491,-10 0 1,-5 0-266,-20 0 1,-5 0-555,25 0 0,-2 0 0,-2 0 0,-12 0 0,-2 0 0,-2 0 257,-2 0 0,-1 0 0,0 0 71,0 0 0,0 0 0,1 0 0,3 0 0,1 0 0,2 0-328,3 0 0,3-1 0,6 2 102,2 0 1,7 2 225,-34 1 0,96 8 983,12-2-831,23 3-152,21-3 0,39 2 491,-26-5 1,7 0-384,15 1 0,6-1-436,-18-1 0,4-1 0,2 1 0,9 0 0,3 0 0,1 0 292,-22-2 0,1 1 0,0-1 0,1 1 36,4-1 0,2 1 0,-1 0 0,-1-1 0,17 3 0,-2-1 0,-2-1-328,-6-1 0,-1-1 0,-3 0 0,-9 0 0,-2 0 0,-3-1-51,20-2 0,-8 0 379,18 0 983,-42 0-371,-67 0 371,-58 10 0,-5-2-492,8 1 1,-5-1-984,0-4 0,-2-1 0,-9 4 0,-2-1 0,-13-2 0,-3 1 0,1 2 0,0 1 395,28-3 1,0 0-1,1 1 97,-26 1 0,3 1 0,7-1 0,7 0 0,-11 5 0,43-6 0,60-2 0,27-4 0,28 0 0,8 0 0,7 0-492,-13 0 0,2 0 164,-3 0 0,5 0 0,-2 0-164,18 0 0,-2 0 983,2 0 1,0 0-144,4 0 0,0 0-348,-9 0 0,-3 0 0,-9 0 0,-7 0 983,22 0-261,-57 0-722,-70 0 0,-27 0 0,7-3 0,-5-1-328,-9 1 0,-8 0 0,0 0 89,2-2 1,1-1 0,-4 0 565,-8 1 1,-4-1 0,-1 0-147,19 1 1,0 1 0,-2-1-1,0 1-427,-5-1 0,-1 0 0,-1 1 0,2-1 36,1 0 1,1 1 0,0-1-1,0 0 210,0 1 0,0-1 0,0 1 0,2-1-328,-20-1 0,1-1 0,4 2 54,9 2 0,3 0 0,7-1 765,-1-2 1,10 1-86,-10 4 577,98 2 0,26 5-90,46 6-402,-37-5 1,5-1-1,14 2 1,3-1-215,3 0 1,4 0 49,-9 0 1,5 1 0,-5-1 163,10 1 1,-1 0-462,-6-2 0,3 0 0,-14 2-30,15 7 0,-20 0 0,-74-1 0,-42 7 0,17-14 983,-27 10-201,13-7 201,10 1-674,8 3-309,24-10 0,50 0 0,14-4 0,-2 0 0,6 0-492,5 0 0,4 0 0,18 0 0,4 0 164,-23 0 0,2 0 0,4 0 0,14 0 0,4 0 0,2 0 82,-19-2 0,1 0 0,1 0 0,2-1 0,13-1 0,3-1 0,1-1 0,1 0 49,-19 0 0,2 1 1,-1-2-1,1 0 0,1 0 0,4-3 0,0 0 1,1-1-1,0 0 0,0 1 0,-3 1 0,0 0 1,0 1-1,-1-1 0,0 0 0,-2-1 0,-1-1 1,0 1-1,0 0 0,-2 0 100,13 2 1,-2 0 0,-1 1-1,-1 0-149,-8-1 0,0 1 0,-3 0 0,-3 1-4,10 2 1,-5 1 0,-6 0 740,1-1 1,-11 1-482,1 3 973,-77 0 0,-30 0-725,-35 0-258,18 0 0,-6 0 491,-19 0 1,-7 0-165,16 0 1,-3 0 0,-2 0-265,-5 0 0,-2 0 0,-1 0-63,-6 0 0,-2 0 0,1 0 0,0 0 0,0 0 0,1 0-328,2 0 0,2 0 0,-1 0 0,1 0 0,0 0 0,1 0 0,6 0 0,2 0 0,0 0 0,6-1 0,2 1 0,1 1-164,-25 1 0,10 2 272,-13 1 220,35 5 983,57-2 0,3 0 0,2 4 0,3-4 0,0 4 0,7 0 0,8 2 0,3-1 0,8-4 0,-3-1 0,0-7-70,15 3-913,5 1 0,10 1 0,6 0 0,-9 1 0,2 0-307,25-1 1,2 0 306,-14-3 0,-1 0-492,5-3 0,0 0 388,-3 0 1,-2 0 103,-2 0 0,-5 0 0,10 0 0,-30 0 0,-53 0 0,-26 0 0,-27 0 0,-25 0-429,36 2 1,-3 2 428,-7 0 0,-2 0 0,-5-1 0,0 1 0,-4 3 0,-1-1 0,0-2 0,1 0 0,-2 6 0,2 1 0,8-1 0,1 1 0,3 2 0,6 1 983,-10 8-829,21-5-154,41-5 0,6-5 0,3 1 0,4 9 983,0-11-442,26 11-541,-13-16 0,33 3 0,-7 1 0,32-4 0,10 4-439,-31-5 0,0 0 439,-3 0 0,0 0 0,4 0 0,-2 0-142,40 0 142,-10 0 0,-31-4 0,-17-1 0,-27-3 0,-8 4 872,-25 0-872,-8 4 148,-28 0-148,-14 0 0,-18 0-492,34 0 0,-1 0 291,-4 0 0,-2 0 201,-7 0 0,-1 0 0,5 0 0,-3 0-328,4 2 0,-5 0 0,5 0-164,-1 1 0,2 1 465,-25 3 0,5-1 27,2 1 0,10 3 0,36-5 0,11 1 983,20 0-727,-4-5 727,-6 7 0,-5-7-780,-5 7-203,-5-3 0,-7 1 0,-13-2 0,-8 1 0,-6-4 0,0 4 0,7-5 0,20 0 0,13 3 0,30-2 0,38 7 0,7-6 0,48 2 0,-46-4 0,2 0-492,11 0 0,4 0 390,12 0 1,2 0-391,4 0 0,1 0 0,10 0 0,0 0 173,-4 0 1,0 0 318,4 0 0,0 0-492,-4 0 0,-2 0 45,-4 0 0,-1 0 447,-4 0 0,-2 0-373,-8 0 1,-3 0 372,-12 0 0,-1 0 0,43 0 0,-22 0 865,-2 0-865,-13 0 983,-2 0 0,-7-5 0,-5-5 0,4-6 0,2-5-348,8 4-635,12-4 0,-10 11 0,2 1 0,-10-1 0,2 1-492,20-1 0,0 1 450,-17 2 0,-1 1 42,0 0 0,0-1 0,0-3 0,0 1 0,1 1 0,-2 1 0,-2-2 0,-1-1 0,-4 4 0,-2 0 0,34-6 0,-15 1 0,-29 4 0,-23 3 0,-67 8 0,-29 14 0,-10 3 0,19-9 0,-2 1-328,0 4 0,-5 2 0,6-2-136,5-3 1,4-1 463,-1-3 0,-1 1 0,1 1 0,1 1 0,7-3 0,2 0 0,-40 14 963,35-6-963,27-4 0,24-6 0,51-4 0,-2 5 0,54-3 0,-10 1 417,-28-4 0,3-1-417,4-1 0,2-2-492,13 1 0,2 0 71,4 0 1,1 0 420,10 0 0,1 0-492,-1 0 0,2 0 164,-31 0 0,1 0 0,2 0 267,21 0 0,3 0 0,-3 0 61,-19 0 0,-3 0 0,2 0 0,14 0 0,2 0 0,-7 0 0,-1 0 0,-7 0-251,-6 0 0,-4 0 251,32 0 907,-39 0-907,-21 4 983,-33-3-323,-47 16-660,-11-5 0,-32 9 0,4-6 951,-6-3-951,40-2 0,-1-1 0,-7-2 0,-1 0 85,-3 3 0,-1 0-85,4-4 0,0 1 0,-4 2 0,0 1 0,8-3 0,2 0 0,3 5 0,2 0 0,-35 1 0,32-2 0,17-6 0,19-1 0,14 1 983,25 4-465,0-5-30,18 0-488,-10-4 0,11 5 0,13-3 0,26 8 0,4-3-492,-31-3 0,1-1 325,-5 0 1,1-1 166,3-1 0,0-2-324,46 1 324,-7 0 0,-10 0 0,-16 0 0,-23 0 0,-16 0 0,-12 0 0,-7 0 983,7 0-671,-7 0 34,3 0-346,5 0 0,-7 0 0,10 0 0,-2 0 0,10 0 0,6-4 0,6 3 0,5-4 0,2 5 0,5 0 0,1 0 0,-1 0 0,1 0 0,-7 0 0,5 0 0,-4 0 0,6 0 0,29 0 0,-22 0 0,28 0 0,-33 0 0,10 0 0,-22 0 0,-3 0 0,-8 0 0,3 0 0,18 0 0,8 0 0,6 0 0,7 0 0,2 0 0,6 0 0,1 0 0,-7 0 0,-2 0 0,0 0 0,18 0 0,-25 0 0,8 0 0,-40-4 0,-11 3 0,-4-3 0,-11 4 0,12 0 0,-11 0 0,15 0 0,-1 0 0,5 0 0,0 0 0,-3 0 0,-3-4 0,0 3 0,3-3 0,3 4 0,22 0 0,-1 0 0,14 0 0,-11 0 0,-1 0 0,1 0 0,6 0 0,1 0 0,7 0 0,0 0 0,-6 0 0,-14 0 0,-13 0 0,-2 0 0,3 0 0,18 0 0,8 0 0,13 0 0,-22 0 0,1 0 0,31 0 0,-29 0 0,0 0 0,21 0 0,7 0-557,7 0 557,3 0 0,-1 0 0,-2 0 0,-7 0 0,-7 0 0,-2 0 0,-14 0 0,-7 0 0,-8 0 0,-10 0 0,-11 0 557,9 0-557,-17 0 0,13 0 0,-12 0 0,0 0 0,5 0 0,1 0 0,10 0 0,-4 0 0,-1 0 0,-2 0 0,-3 0 0,10 0 0,7 0 0,13 0 0,1 0 0,-6 0 0,-14 0 0,-2 0 0,33 0 0,-4 0 0,29 0 0,-16 0 0,2 0 0,6 0 0,1-5 0,0-2 0,0-5 0,7 0 0,2-6 0,-42 11 0,0 0 0,4-2 0,0 0 0,-3-1 0,0 2-492,3 1 0,0-1 453,0-4 1,0 0 38,-3 5 0,0 0 0,3-2 0,0-1 0,-5 1 0,2 0 0,25 0 0,0-2-492,-19-1 0,-1-1 385,21 3 1,-1 1 106,-25-1 0,-2 1 0,0 3 0,2 0 0,3-1 0,0 1-263,-3 0 0,0-1 263,3 1 0,0 0 0,-4-1 0,-1 1 0,1 0 0,0-1 0,0 1 0,0 0 0,4-1 0,0 1 0,-3 0 0,0-1 0,3 1 0,0 0 0,-4-1 0,0 1 0,0 0 0,0-1 0,-2 1 0,4 0 0,27-3 0,2-1 0,-19 3 0,0 0 0,20 0 0,-2 1 0,-24 2 0,-4 2 0,2 1 0,0 2 0,-3-1 0,0 0 0,4 0 0,-2 0 0,40 0 0,-3 0 0,-7 0 0,-1 0 0,-6 0 0,-8 0 967,-25-4-967,-14 3 0,-18-3 0,-3 4 983,0 0-741,7 0 350,4 0-592,-1 0 0,-2 0 0,-4 0 0,-3 0 0,7 0 0,-3 0 0,4 0 0,-4 0 0,-1 0 0,-61 0 0,16 5 0,-56 6 0,21 6 0,-24 13 0,45-14 0,-8 1 0,-15 4 0,-16 5 0,-2 0 0,11-3 0,-8 1 0,1 0-246,7-2 0,-10 3 0,1-1 0,15-6-246,13-7 0,6-2 344,-2 1 0,0-2-200,3-1 1,2-1 347,-44 6 0,32-5 0,19 2 0,37-9 0,38 4 983,9-4 0,38 0-771,3 0-212,9 0 390,-38 0 1,0 0-391,1 0 0,0 0 0,4 0 0,1 0-406,-1 0 0,0 0 406,-4 0 0,0 0 0,0 0 0,-2 0 0,39 0-363,-1 0 363,-15-5 0,-9 4 0,-8-9 0,-26 9 0,-6-4 0,-10 5 797,-7 0-797,23 0 378,-12 0-378,14 0 0,-12 0 0,3 0 0,-3 0 0,0 0 0,-1-7 0,-9 1 0,3-15 0,-7 11 0,4-11 0,-8 12 0,-2-12 0,2 3 0,-4-10 0,3 5 0,-4 5 0,-4 6 0,-9-1 0,-11-1 0,-23-6 0,-31-3-492,26 9 0,-9 2 437,-23-1 0,-13 1 0,2 0-273,17 3 0,1 0 0,-4 1 82,-3 1 0,-6 1 0,0 0 0,6 2-82,2 0 0,6 1 0,0 2 0,2 0 0,1 2 0,2-1-164,-20 0 0,10 0-492,-8 4 0,37-3 1509,79 2-525,9-3 983,17 0 0,22 0 0,18 0-492,-35 0 1,3 0-1,3 0 1,1 0-1,0 0 1,0 0-843,-1 1 1,-1-2 350,-8-1 0,0-1 0,-1 0 0,0-1-87,38-8 87,-15 0 0,-27 6 0,-21 1 983,-24 5-532,-38 0-451,-10 0 0,-37 0 0,-3 0 15,34 0 1,-3 0-16,-2 0 0,-2 0 0,-7 0 0,-1 0 0,6 0 0,4 0 0,-22 0 94,38 0-94,54-5 0,25-6 0,29-7 0,15-5 0,-32 10 0,2 0-301,0 0 1,0 0 300,0 0 0,0 0 0,1 0 0,-4 1 0,11-6 0,-29 6 817,-47 8-817,-21 4 0,-18 0 0,-10 0 0,14 0 0,-4 0-492,-12 0 0,-5 0 395,-15 0 1,-5 0-232,22 0 0,-2 0 0,-1 0 0,-2 0 0,-2 0 0,1 0 82,-1 0 0,1 0 0,1 0-146,-26 0 0,9 0 392,30 0 0,8 0 0,-8 0 0,74 0 0,37 0 0,48 0-406,-27 0 0,7 0 406,-14 0 0,4 0 0,1 0-328,10 0 0,1 0 0,1 0 45,4 0 1,-1 0-1,1 0 283,-1 0 0,0 0 0,-1 0-328,-3 0 0,-1 0 0,-2 0 255,-4 0 0,-2 0 0,-2 0-381,25 0 0,-5 0 454,-12 0 0,-7 0 983,8 0-312,-37-3 312,-44 2 0,-40-3 0,1 0 0,-31 2-804,-4-8-179,-18 3 491,35 1 1,-3-1-366,-8 0 0,-1 0-126,-1 0 0,1 0 0,4 1 0,2-2 0,6 0 0,7-2 983,-7-6-449,24 0-534,48 3 0,24-1 0,31-4 0,-20 6 0,4-1-492,11-1 0,3 1 265,6-2 0,3 1-13,8 3 0,1 0 240,-4-4 0,0 2 0,4 5 0,-1 0-485,-12-3 0,-3 1 485,-2 3 0,-6 1 0,3-5 0,-28 5 983,-61 2-647,-25 4-336,-44 0 79,34 0 1,-3 0-80,-15 0 0,-4 0 0,-3 0 0,-2 0 0,-3 0 0,-1 0 0,4 0 0,2 0 0,11 0 0,5 0 983,-16 0-907,43 0-76,57-4 0,30-3 0,34 1 0,-25 3 0,3 1-492,11 2 0,3 0 443,8 0 0,2 0-443,4 0 0,1 0 426,0 0 1,-1 0 65,1 0 0,-3 0-492,-6 1 0,-4-2 89,-5-2 1,-5 1 402,12 0 0,-42-3 902,-45 5-902,-26 0 983,-10 0 0,-28 0-600,27-3 0,-4-1-105,-15 1 1,-4-2-279,-8-1 0,-3-2-492,-7-3 0,-1 0 0,-1-1 0,2 0 0,8-2 0,2-1 0,2 1 0,7 0 158,-7-5 334,24 3 0,51 8 983,3 0-669,12-5 669,4 4 0,16-9 0,15 1 0,22-5-624,-20 7 1,4-1-852,6-1 0,3 0 179,16-2 1,2 1 312,-5 1 0,2 0 0,7-2 0,1 2 0,-4 1 0,-3 1 0,-9-2 0,-5 0 0,21-2 0,-43 7 0,-47 9 0,-48 3 0,-19 0 0,13 0 0,-4 0-492,-6 0 0,-1 0 408,-9 0 0,-2 0-112,-4 0 1,-2 0 195,-4 0 0,1 0 0,6 0 0,6 0 0,22 0 0,8 0 0,-8 0 0,68 0 0,37-6 0,30-1 0,-21 1 0,5-1-232,10 0 1,4 0 231,8-1 0,2 1 0,4-1 0,-1 1-492,-3-1 0,-2 1 409,0-1 0,-1 1 83,-11 2 0,-5 2 0,19-4 0,-46 7 0,-53 0 0,-27 0 0,-16 0 0,-30 0 206,31 1 1,-3-2-207,-7-1 0,-2-2 0,-7 1 0,-1-2 491,-1-1 1,0-2-299,-4-2 1,-1-1-194,2 0 0,6 0 0,-17-9 0,26 4 0,63 8 0,13-1 983,6 5-807,20-5 807,9-2-143,19-7-840,17-6-911,8 0 911,-38 11 0,0 0 0,-3 1 0,0-1 0,0 1 0,-2-1 0,35-10 0,-33 6 0,-27 6 0,-35 7 0,-19 4 0,-15 0 911,-16 0-911,-16-6 0,28 3 0,-2-1-492,-8-2 0,-1-1 424,-5 0 0,0 0 68,0-2 0,1-1 0,2 1 0,5-2 0,-7-11 0,20 5 0,51 5 0,8 3 0,7 4 0,17-4 983,9 3-846,20-5-137,15-1 0,9-6-335,-42 12 0,0-2 335,42-15 0,-31 15 0,-30-2 0,-37 10 0,-28 0 0,-14-5 0,-20-2 0,-15-5 0,-10 0-21,43 3 1,0 0 20,0 0 0,0-2 0,-42-13 0,34 3 0,21 1 0,33 7 0,11-2 0,8-4 0,0 4 711,11-3-711,4 4 0,11-6 0,25-9 0,3-5 0,16-8-889,1-1 889,-6-6 0,-26 14 0,-20 8 0,-27 15 0,-7 4 0,0-4 0,-28 7 889,-3-3-889,-39 8 0,-7 0 0,15-2 0,2-1 0,-11-2 0,-1-5 0,73 1 0,22-4 0,12-2 0,12-11 0,-6 5 0,-7 1 0,-7 7 0,-9 1 0,4 2 0,-13-2 0,-1 3 0,-8 1 0,-7-3 0,-2 6 0,-13-6 0,-12 5 0,-7-4 0,-1 0 0,3 4 0,6-2 0,-7-8 0,-2-6 0,14-3 0,9 6 0,19-2 0,0 11 0,4-16 0,5 12 0,9-20 0,2-2 0,8-14 0,-1-2 0,0-1 0,-2 6 0,-5-4 0,1-2 0,-4-1 0,3-5 0,-8 6 0,3 0 0,-5 1 0,1 5 0,-1-4 0,3 20 0,-6 2 0,0 8 0,-3 11 0,-4-7 0,4 9 0,-4 0 0,4-7 0,-3 5 0,2-10 0,-3 11 0,0-3 0,0-4 0,0 5 0,0-9 0,0 11 0,0-7 0,0 7 0,0-12 0,0 6 0,0-15 0,0 6 0,0 2 0,0-4 0,0 12 0,5-12 0,-4-3 0,3-5 0,-4-11 0,4 4 0,-3 0 0,3 13 0,-4 6 0,0 9 0,0 1 0,0 4 0,0-4 0,0 3 0,0-3 0,0-5 0,0-2 0,0 1 0,0-8 0,0 16 0,0-7 0,0 9 0,0-4 0,0 3 0,0-19 0,0 16 0,0-11 0,0 15 0,0 0 0,0-4 0,0 4 0,0-4 0,0 4 0,0 0 0,0 34 0,0-5 0,0 43 0,0-2 0,0 0 0,0 4 0,0 29-403,0-27 0,0-1 403,6 16 0,0 0-59,11-8 59,0-7 0,0-9 0,-3-12 0,-8-16 0,-2-9 803,-4-15-803,0 5 62,0 9-62,0-6 0,0 14 0,0-19 0,-4 16 0,-1-7 0,0 3 0,-3 5 0,3-4 0,-5 10 0,0 1 0,0 5 0,1-4 0,3-7 0,-2-2 0,3 2 0,-9 7 0,-2 4 0,-12 13 0,11-24 0,-5 20 0,13-27 0,4 7 0,-3-2 0,7-12 0,-7 3 0,7-5 0,-2 1 0,3 0 0,-4 3 0,3-7 0,-3 2 0,4-3 0,0 0 0,0 4 0,0 1 0,0 0 0,-4 6 0,4-5 0,-4 14 0,4-13 0,0 14 0,0-19 0,0 10 0,0-11 0,0 7 0,0-7 0,0 3 0,0 4 0,0-6 0,-3 7 0,2-9 0,-3 4 0,4-3 0,-4 7 0,3-8 0,-10 16 0,9-13 0,-10 17 0,7-9 0,0 0 0,-4 6 0,0-6 0,0 0 0,-8 2 0,8-13 0,0 8 0,2-7 0,6 7 0,-6-3 0,2 4 0,-3-4 0,-1 3 0,-8 19 0,10-12 0,-14 21 0,14-21 0,-2 0 0,1 9 0,2 3 0,-4 12 0,-1 5 0,0 1 0,-4 6 0,-2-5 0,-5 5 0,-3 16 0,3-22 0,1 16 0,8-40 0,7-6 0,-1-11 0,-2-4 0,-9 9 0,3-6 0,-16 12 0,5-13 0,-13 8 0,-13-1 0,-3 4 0,-19 2 0,-10 6-436,-8 2 436,42-13 0,0 2 0,1 1 0,-2 1 0,-21 5 0,0 1 0,19-5 0,2 0 0,-14 4 0,2-2 0,-11 10 0,12 3 0,1 2 0,11 3 0,13-6 0,12-12 0,12-4 0,9-12 0,0 7 436,4-3-436,0 4 0,8 4 0,-2-6 0,11 10 0,-8-15 0,12 11 0,-7-15 0,12 2 0,-9-8 0,10-4 0,1-6 0,1-5 0,-1 1 0,5-10 0,-2-2 0,11-6 0,-4-10 0,-8 11 0,-14 2 0,-8 2 0,-8 13 0,0-3 0,0 9 0,-3 1 0,-31 2 0,15 2 0,-33 3 0,17 9 0,-18 3 0,-15 16 0,-10 8 0,-7 13-743,4 6 743,3 6 0,19-4 0,13-1 0,15-8 0,19-2 0,7-12 0,24-5 0,19-5 0,24-7 0,21-6 0,0-9 0,5-5-492,-21-2 0,2-4 402,-4 0 1,5-2-1,-6-2 90,7-7 0,-4-3 0,4-7 0,-1-3 0,-3-1 0,-1-2 0,1-2 0,-1-2 0,-3-1 0,-2-1-492,-1 1 0,-1-1 369,-4 0 0,-2-3 123,-4 2 0,-4-2-158,-8 4 0,-3 0 158,20-32 0,-29 28 0,-11 17 983,-14 16-137,-8 3 137,3 5-628,-16 0 20,-33 4-375,0 0 0,-31 0 0,18 10 0,0 2 0,0 15 0,5 7 0,7 4 0,11 5 0,22-12 0,8-7 0,14-3 0,12-6 0,15 9 0,8-5 0,23-3 0,4-1 0,21-3 0,-35-8 0,4-1-300,23 0 0,-3-1 300,6-2 0,15 0 0,-92 0 0,-16 0 0,-30 0 0,-34 0 0,20 0 0,-3 0-492,-7 0 0,-3 0 200,-11 0 1,-3 0 291,-5 0 0,0 0 0,-6 3 0,-1 1 0,0 2 0,1 3 0,5 4 0,2 4 0,9 3 0,2 3 0,2 4 0,4 3 0,9 0 0,3 2 0,2 1 0,3 1 62,13-3 1,4 1-63,-21 25 0,21-1 0,18-10 0,15-6 0,6-11 983,17-7-389,8-8-129,15 0-465,1-4 0,-1-5 0,-16 0 0,-19-5 0,-44 0 0,3 0 0,-33 4 0,16 2 0,-7 5 0,-15 1 0,7-1 0,-6 5 0,6 1 0,28-1 0,9-2 0,27-6 0,12 0 0,6-3 0,5-2 0,12-3 0,11 0 0,20 0 0,21 0 0,9-11-378,-42 6 1,0-4 377,42-20 0,-8-1 0,-7-8 0,-39 15 0,-5-4 0,-36 14 0,-11 3 0,0 3 0,-24 2 755,-20-2-755,-29 1 0,25 0 0,-4 0-492,-3 5 0,-3 0 33,-16-2 0,-4 0-33,-5 2 0,-2 2 164,30-1 0,0 0 0,-1 0 195,-1-1 1,-1 1 0,-2 1 132,-13 2 0,-4 1 0,4 2 0,19-2 0,2 1 0,0 2 0,-9 2 0,-2 3 0,7 0 0,1 5 0,10 0 0,-8 8 0,21-4 0,43-13 0,11 9 983,6-11-307,10 11 307,4-16 0,10 7-341,17-1-642,14-1 0,14-1 0,0-5 0,-7 0 0,-24 0 0,-33 4 0,-79 2 0,-5 4 0,7-7 0,-2 0-371,9 2 0,1 1 371,-4-2 0,-2-1 0,-7 3 0,-1 2 0,-1 1 0,0 1 0,0-2 0,1-1 0,2 3 0,5-1 0,-14 2 0,36-4 0,43-3 0,25-4 0,20-6 0,27 5 0,-22-7 0,4-2-492,12 2 0,3-1 41,8-5 1,2-2-42,8 4 0,2 1 174,-29 2 1,0 1 0,2 2 317,2 2 0,1 2 0,1-1 0,2 0 0,2 1 0,-2 0 0,-6 1 0,0 2 0,-2-1 0,31 0 0,-4 0-255,-16 0 1,-7 0 254,15 0 0,-30 3 0,-61 2 983,-29 4-339,-7-4 339,-31-1 0,3-4-159,-23 0-1025,40 0 0,-1 0 201,-7 0 0,0 0 0,-1 0 0,1 0 0,7 0 0,2 0 0,-42 0 0,44 0 0,21 0 0,37 0 0,14-4 0,16-2 0,6-4 983,-13 4-909,-5 1-74,-32 5 0,-42 5 0,-26 2 0,6 2 0,-9 2-492,-15-3 0,-7 0 164,18 0 0,-4 0 0,-3 0 82,13-3 0,-2 0 0,-2-1 0,0 0 0,-7-1 0,-2 0 0,-1-1 0,-1 0 0,-4 1 0,-2-1 0,-1 0 0,0 0 0,-3-2 0,0 0 0,-1 0 0,0 0 49,18 0 0,-1 0 1,0 0-1,0 0 0,0 0-49,-17 0 0,0 0 0,0 0 0,2 0 0,5 0 0,0 0 0,2 0 0,1 0 0,8 0 0,0 0 0,3 0 0,2 0-82,-8 0 0,3 0 0,8 0-164,-3 0 0,12 0-58,4 0 1533,68 0 0,36 3 0,-24 2 0,9 2 0,-37 5 0,-6-2 0,-20 8 0,-2-8 0,-15 5 0,-2-4 0,-15 0 0,-16 1-1198,35-8 0,-2-2 215,-3 2 0,-2-2 0,-8-2 0,0 0 0,4 0 0,0 0 0,-6 0 0,5 0 0,-9 0 0,29 0 0,53 0 0,27 0 0,15 0 0,16 0 0,13 0 0,-1 0 0,-32 0 0,-9 0 983,-44 0-974,-43 0-9,-26 0-492,14 0 0,-6 0 195,-14 0 0,-4 0-195,-3 0 0,-5 0 164,16 0 0,-3 0 0,0 0 0,0 0 0,-1 0 0,-1 0 0,-9 0 0,-2 0 0,-1 0 0,-4 0 0,0 0 0,0 0 85,-1 0 1,0 0 0,0 0 242,1 0 0,-1 0 0,2 0 0,3-2 0,1-1 0,2 0 0,8 1 0,2-1 0,2-1 0,-27-3 0,8-1 0,33 3 0,10 1 0,-4-2 0,62 6 983,41 0-860,-14 4 860,9-3 0,-16 7 0,4-2 0,11 4 0,11 0 0,-10-4-762,-8-1-221,-8-5 0,3 0 0,-5 3 0,-12-2 0,-54 3 0,-22-4 0,14 1 0,-3-2-456,-1-1 0,0-2 456,-5 1 0,-1-1 0,-5-5 0,0-2 0,0 1 0,1-1 0,6-2 0,5 0 0,-17-5 0,31 3 0,39 3 0,20-3 0,15-4 0,1 0 912,-6 7-912,-14 1 0,-15 10 0,-42-3 0,-3 4 0,-51-5 0,1-3-492,36 2 0,-3-1 237,-7 1 1,-2-2 254,-14-2 0,-3-1-492,-4-1 0,-3 0 164,27 3 0,-2 1 0,0 0 0,0-2 0,1-1 0,0 2-164,-30 0 0,1 1 346,4-3 0,4-1-240,11 5 1,5 0 385,9 1 0,7-1 983,-8-4-867,19 5 867,28 3-160,0 3 160,-14-5 0,-35-5 0,12-6-345,-29-4-638,31-6 0,1-1 0,-7-5 0,-2-1 0,-13-2 0,5 2 0,-12-3 0,5 2-800,-14-3 800,-3 1 0,40 16 0,-2 1 0,0-1 0,0 1 0,-1 3 0,2-1 0,2 2 0,3-1 0,-34-7 0,27 10 0,20 3 0,20 13 0,4 2 0,-1 3 0,0-3 0,-8 3 0,11-4 800,-15 5-800,6 0 0,-14 0 0,0 0 0,8-3 0,8-6 0,17-4 0,37-23 0,-6 4 0,28-21 0,-11 5 0,-4-3 0,11-9 0,-10 0 0,2-11 0,-10 6 0,-19 1 0,-4 9 0,-14-2 0,0 7 0,0-4 0,-8 10 0,3 11 0,-12 7 0,-6 13 0,-1-8 0,-5 10 0,3-7 0,3 9 0,-10 0 0,-2 5 0,-4 0 0,-1 5 0,-2 7 0,12-6 0,5 6 0,8-9 0,-1 10 0,3-11 0,-2 9 0,9-15 0,0 3 0,-4-1 0,4-2 0,-4 3 0,4-4 0,-8 0 0,5 0 0,-14 0 0,15 0 0,-28 0 0,25 0 0,-17-8 0,26 2 0,12-10 0,8 2 0,22-6 0,4-4 0,17-4 0,-5 1 0,11 0 0,10-2-843,19-3 843,-32 13 0,4-2-492,6-3 0,7-1 368,10-2 1,10-2-1,-3 1-204,-18 5 0,-4 0 0,6-1 82,-2-1 0,5 0 0,0-2 0,-6 3-82,-1-2 0,-4 2 0,-1 0 0,-1 0 0,-2 0 0,0 0-164,24-10 0,-2 0 129,-7 1 1,-4 1 184,-7 3 1,-4 1 177,-9-3 0,-2 1 0,-9 8 0,-4 1 0,10-13 910,-19 14-910,-23 3 983,-7 4 0,2 0 0,-2-3 0,3 3 0,5-9 0,6-2 0,9-8-576,1 6-407,-2 4 0,0 8 0,-4 1 0,0 3 0,-1-3 0,-1 4 0,2 0 0,5-4 0,0 3 0,-6-3 0,5 7 0,1-2 0,6 3 0,-4-1 0,-7 2 0,-11 4 0,-5 3 0,-14 14 0,0-2 0,-21 21 0,-8-4 0,4 0 0,-9-2 0,1 0 0,-17 5 0,-25 20-492,26-22 0,-3 2 129,-3 3 0,-3 1 363,-6 2 0,-3-1 0,2-1 0,0 0 0,-1-3 0,1 1 0,4 1 0,0 0 0,1-2 0,1 0 0,4 1 0,0 1 0,-16 10 0,1 0 0,22-13 0,2 1-492,-13 10 0,7-2 355,11-4 137,11-8 0,25-16 0,4-7 0,-4-1 983,3-4-359,-3-1 359,4-2-742,-9 2-241,3-3 0,-13 0 0,4 0 0,-10 0 0,-1 0 0,-12 0 0,-7 0 0,-7 0 0,10 0 0,9 0 0,15 0 0,-2 0 0,-24 0 0,18 8 0,-7-6 0,20 10 0,11-8 0,-7 4 0,9 0 0,4 0 0,-3 0 0,42 0 0,-7-4 0,44-1 0,3-3 0,-26 1 0,13-2 0,4-1 0,18-3 0,11 0 0,3-1 0,-4-1 0,-10 1-246,1-2 0,-9 0 0,1 0 0,10-1 105,-7 2 1,10-1-1,4-1 1,2 0-1,-2 0 1,-6 0-1,-9-1-105,3-3 0,-8-1 0,-4 0 0,1 0-82,17-3 0,-1 0 0,-2 0 0,-2 0 0,-1 1 0,-4-2 0,-10 1 0,-3 0 0,-2-1-164,20-8 0,-5 1 0,-14 1 0,-7 0-492,18-16 1967,-31 17 0,-26-3 0,-10 7 0,-3-4 0,-1 1 0,-4 0 0,4-1 0,1-5 0,12-3-974,-2 7-9,2 3 0,-5 0 0,0 6 0,-6-2 0,10-4 0,-14 11 0,6-7 0,-8 9 0,0 0 0,-12 0 0,1 3 0,-15 1 0,2 4 0,-21 0 0,-11 0 0,-36 0-492,33 0 0,-3 0 98,-11 0 0,-5 0 394,-11 0 0,-4 0-492,-4 0 0,-1 0 164,30 2 0,0 0 0,-1 1 214,0-1 0,0 1 1,2 1 113,-27 5 0,3 3 0,-1 2 0,4 2 0,16 0 0,3 3-460,6 1 0,5-1 460,-7 6 0,27-5 0,35-8 983,3-3-500,7-1 500,7-4 0,20-4 0,21 0-397,22 0-586,-28 0 0,3 0-492,6 0 0,3 0 0,7 0 0,2 0 419,9 0 1,2 0 72,4 0 0,1 0 0,0-2 0,0-3 0,-1-1 0,-1-2 0,-8-2 0,-2-2-269,-2-1 0,-6-2 269,16-8 0,-24 6 0,-53 9 0,-15 4 0,-20 4 983,-25 0 0,-22 0-898,-15 6-326,38-1 1,0 3 240,-1 4 0,-1 2 0,-2 1 0,-2 3 0,-3 5 0,-1 1-492,-1-1 0,0 2 288,-5 5 0,-1 3 204,4-2 0,2 1 0,1 2 0,3 1 0,5-2 0,6-1 0,-10 12 0,20-11 0,36-21 0,7-4 983,10-4-963,6 0 963,20-4-496,16 0-487,30 0-492,-27 0 0,5 0 92,10 0 1,4 0 399,8 0 0,2 0-492,3 0 0,1 0 0,0-3 0,0-1 412,-4 0 0,-3 0 80,-5-3 0,-7 0-63,20-1 63,-45 2 0,-65 10 0,-40 9 0,-38 12 0,33-8 0,-4 1-279,-7 3 1,-2 1 278,-8 2 0,-1 3 0,-2 2 0,-2 3 0,26-10 0,-2 1 0,0 2 0,1 3 0,1 1 0,-1 0 0,-2 0 0,0 0 0,2 1 0,3 0 0,1 1 0,1 1 0,-22 12 0,4 1 0,10-3 0,6 0 491,12-5 1,6-2 396,-9 14-821,25-17-67,23-16 0,4-7 0,13 3 983,2-7 0,18 3-356,1-7-627,18 4 0,9-5 0,31 0 0,-34 0 0,5 0-492,10 0 0,4 0 0,16 1 0,8-2 492,-30-5 0,5-4 0,2 0 0,-4 0-328,8 1 0,-3 0 0,2-3 82,-7-2 0,4-3 0,-3-1 0,-5-1-246,27-10 0,-8-3 0,-10-3 0,-4-3 63,-4 0 0,-5-3 198,-17 3 1,-5-2 230,-6 4 0,-5-2 0,7-38 0,-17 7 0,-16-5 983,-23 18-557,-25 0-426,-30 15 0,22 21 0,-6 3 368,-13 2 0,-4 3-368,-17 4 0,-6 3 0,22 1 0,-3 2 0,-8 1 0,6 0 0,-8 1 0,-3 0 0,0 0 0,5 1-246,-2 0 0,3 1 0,0 0 0,-4 1 49,-3 1 0,-7 0 1,-1 1-1,4 1 0,7 1-131,-15 6 0,7 2 0,3 2 0,4 3 0,1 3 0,3 1 21,8 0 1,2 1 0,3 1-183,-20 11 0,5 1 489,14-3 0,5 1 491,14-1 1,6 1-341,-14 29 832,31 4 0,25-2 0,34-4 0,19 0-935,-8-33 1,7-4-49,8 1 0,5-2 491,16 0 1,10-1-294,-18-8 1,9 0-1,1-1 1,-3-1-527,7-1 0,-3-1 0,4 0 161,-1 0 0,4 1 0,-1-1 0,-5-3 167,-4-4 0,-4-3 0,-1 0 0,2 1 0,0-1 0,-3 0-492,24-1 0,-3-2 479,-4-1 1,-4-2-225,-15-1 0,-5-3 237,-10 0 0,-4-3 983,21-16-956,-21-6 956,-18-9 0,-10-6 0,-10-4 0,-16-1 0,-17-1 0,-24-2-785,-21 2-198,24 26 0,-8 1-328,-13 6 0,-12 4 0,2 0 0,10 1 0,1 1 0,-5 1 82,-6 3 0,-6 1 0,-1 1 0,2 1-82,-13-2 0,1 2 0,0 1 0,-4 2 0,-2 3 0,2-1 0,2 0 0,2 0 0,1 1 0,10 1 0,3 2 0,2-1-164,-22-1 0,10 2-372,-13 2 864,38 2 983,58 7 0,17-3 0,2 4 0,30-3 0,19 6-492,-11-9 1,6 0-76,10 3 1,4-1-417,9-1 0,8-1 0,0 1 0,9 0 0,-5-1 0,-20-3 0,-4-1 0,4 0-328,20 2 0,5 0 0,-7-1-164,3-4 0,-7 0 131,-11 0 1,-4 0 118,-7 0 1,-3 0 241,30-5 0,-37-4 0,-26-2 983,-26-9-305,-4 9 305,-8-14 0,-2 14 0,-17-11-416,-3 12-567,-22-5 0,-10 4 0,-29-1 0,38 5 0,-6 1 0,-9 1 0,-9 0 0,3 1-492,-16 0 0,0 0 164,12 3 0,-2 0 0,5 3 75,-4 3 0,9 3 253,-12 9 0,27 0 0,48 4 0,7 3 0,4 10 0,9-4 983,18 3 0,32-4-729,-18-11 0,5 0-746,18 4 0,5-2 0,16-1 0,6 0 164,-24-6 0,3 1 0,1-2 0,4-3 0,1-1 0,6 1 82,0-1 0,7 1 0,-1-1 0,-4-2 152,0-1 1,-3-2 0,1 1 93,-9 0 0,4 0 0,-4 0 0,-12-1 0,-4-3 0,-12 0 0,14-4 0,-60-9 983,-16-7-77,-3-9 77,-24-1 0,-16-3 0,-21-1-1475,28 15 0,-3 0 447,-10-2 1,-4 2 44,-8 0 0,-3 2-492,-12-2 0,-4 1 164,25 7 0,0 0 0,-2 1 0,-6 1 0,-2 1 0,1 0 0,-1-1 0,1 1 0,-1 1 0,-3 3 0,0 1 0,0 1 184,4-1 1,0 0 0,1 1-185,5 2 0,2 0 0,0 0 84,-27 0 0,9 0 1165,-10 4-921,36 0 983,65 20 0,10-2-785,11 10-198,22-7 0,15 2 0,29 4 491,-32-11 1,3 0-293,6 1 1,5-1-200,10 0 0,3-2-146,4-2 0,2-3 146,-1-1 0,2-2 0,3-1 0,0-2 0,-14-3 0,-2 0-326,-4 0 1,-4-1 325,-13-3 0,-6 0 0,12 0 0,-24-4 983,-37-4-467,0-9 467,-4-1 0,-8-9 0,-7 8-698,-19-4-285,-8 3 0,-11 3 0,-13 1 0,-19 4-492,31 6 0,-3 0 268,-11 1 1,-3 2 223,-8 0 0,-2 0-492,-4 3 0,-1 0 0,-1 0 0,2 0 465,4 3 0,2 0-291,9 0 1,1 1 317,8 5 0,3 1 0,-35 13 0,33 8 0,28 0 0,27-9 983,18 0-735,24-2-248,27 8 221,-12-11 1,7-2-222,15 3 0,6-2-492,14-3 0,7-2 164,-22-3 0,3 1 0,0-3 0,4-1 0,0-3 0,3 1 0,8 0 0,3 0 0,0-1 82,-25-2 0,0 0 0,0 0 0,0 0 0,1 0 0,0 0 0,-1 0 0,-1 0-82,19 0 0,-2 0 0,-2 0 0,-6 0 0,-1 0 0,-4 0-164,20-3 0,-9-1 983,-30 4 1,-8-5-28,11-18 519,-63 4 0,-12-9 0,-7 10 0,-25-1 0,-19 1-492,11 5 1,-6 0-1,-15-1 1,-5 0-231,-17 2 0,-4 0-589,25 2 0,-2-1 0,-2 1 0,-6 3 0,-1 1 0,0 0 0,-1-2 0,0-1 0,1 1 185,-1 4 1,1 1-1,2 0-185,8 0 0,2 0 0,3 2 46,-19 3 1,5 2 253,16-3 0,7 4 28,-8 15 983,31-4-213,54 24-770,27-10 0,43 18 491,-18-26 1,7-3-438,17 4 0,7-1-382,-19-6 0,4-2 0,2-1 30,8 0 0,2-2 1,1 0 297,-21-4 0,0 0 0,1 0 0,-1-2 0,0-1 0,1-2 0,-1 0 0,-1 0 0,22 1 0,0 0 0,-3-1-328,-5-1 0,-2-2 0,-2 1 0,-9 0 0,-2 1 0,-1-2-164,26-1 0,-3-2 280,-13-2 0,-4-2 703,-15-1 1,-4-2-382,-6-3 0,-5-2-110,15-12 983,-20-8 0,-9-18 0,-22 4 0,1-14 0,-17 17 0,-12-4 0,-23 6 0,-28 0-611,18 22 1,-6 2-865,-12 2 0,-6 4 0,-22-1 0,-6 2 164,25 5 0,-3 1 0,-1 2 0,-10 1 0,-1 3 0,-1-1 0,1 0 0,0 0 0,1 1 24,7 1 0,1 1 0,1 1-24,7 2 0,1 2 0,2 1-80,-18 3 0,6 3 213,13 3 0,7 4 195,-27 22 983,35 3-353,42 21-630,27-5 0,47 10 491,-16-40 1,8-4-63,15-1 1,5-2-430,11 4 0,4-3-198,-21-9 0,2-2 1,1-1 197,2 0 0,2-2 0,-1 0 0,4-1 0,-1-1 0,1-1 0,0-3 0,0-2 0,0 1 0,-4 0 0,0-1 0,0 0-328,-3-2 0,-1 0 0,-2 0 212,21 0 0,-4 0-124,-6 1 1,-7-2 239,11-7 983,-28-1-679,-46-13 679,-8-6 0,-4-24 0,-12 7 0,-16-15-43,-20 15-940,-18 4-146,25 19 1,-3 2 145,-6 2 0,-4 3-492,-14 0 0,-4 3 1,-9 0 1,-3 3-2,-8 3 0,-3 3 164,31 0 0,-1 0 0,1 2 224,-31 3 0,3 3 104,8 3 0,3 4-242,12 0 0,6 4 242,12 4 0,5 3 0,-21 18 753,26 8-753,24-1 0,64 32 0,23-21-245,2-15 1,11-4 244,0-12 0,6-5 0,-19-6 0,3-1 0,1-2 0,2-2 0,2-2 0,-1 0-159,4-1 1,0-1-1,0-2 159,-4-1 0,0-3 0,0 1 0,-4-1 0,0 1 0,-1-1-313,20-2 1,-4 0 312,-10 0 0,-7 0 0,13-4 0,-34-1 983,-39-3 0,-7-4 0,-8-6 0,-3-10 0,-18-7 0,-25-6-432,-12 13-551,-29 2-492,42 19 0,-3 2 254,-8 1 1,-3 0 237,-6 1 0,-3 0-492,-8 3 0,-1 0 30,4 0 0,0 0 462,-4 5 0,1 3 0,8 1 0,2 4-159,6 5 0,5 3 159,-9 11 0,28-5 0,48-1 983,5-10-678,14 12-305,26-8 0,-4-7 0,8-2-57,14 4 0,11-2 57,-8-4 0,9-1 0,4-1 0,-5 0-328,9 2 0,-3 0 0,4-1 82,-3-3 0,5-1 0,-1 0 0,-5-1-82,-3 1 0,-5-2 0,-3 0-164,27-2 0,-4 0 38,-11 1 1,-8-2 453,6-7 0,-30 3 983,-53-16-410,-4 11 410,-10-16 0,-16 5 0,-33-18-31,-24-4-617,25 16 0,-5 0-335,-6 1 0,-5 2-328,16 6 0,-3 0 0,-1 1 0,-1 3 0,-1 1 0,-6 0 149,-5 0 0,-7 1 0,0 0 0,5 1 179,1 1 0,4 2 0,-3 0 0,-20-1 0,-5 0 0,12 3 0,12 1 0,9 3-166,8 6 0,5 3 166,-23 9 0,26 17 0,28 9 983,16 6-931,27 6-52,26 2 0,38-2 312,-25-24 0,5-2-312,13-2 0,5-2 0,12 3 0,2-2 0,5-4 0,1-3 0,-30-6 0,1-2 0,-1 0 0,28 2 0,3-2 0,-21-6 0,3-1 0,-6-1 0,6 2 0,-6-1 0,-1-4 0,-10-2 365,-19-5-365,-41-10 0,-4 3 0,0-10 0,-13 5 0,5-3 983,-19-5 0,-3 3-730,-19-7-253,-27-2 0,32 15 0,-5 1-492,-17-1 0,-6 3 47,-13 1 0,-6 2 117,20 5 0,-2 0 0,-3 1 0,-6 1 0,-3 0 0,-5 1 82,-5 2 0,-8 0 0,-1 1 0,7 0 164,-2-1 0,4 0 1,-3 1 81,6 4 0,-6 1 0,3 2 0,10-1 0,-14 3 0,12 2-308,11 6 0,8 3 308,-21 17 0,39 3 0,33 8 983,34-3-477,49 16-506,-11-30 0,10-3-63,25 5 1,9-2 62,-23-11 0,2-3 0,4 0-328,10 1 0,4-2 0,1-1 0,-2-2 0,1-2 0,0-1 18,0-1 1,-1-1-1,-1-1 310,-7-1 0,-1-2 0,-2 0 0,-5-1 0,-2-2 0,-2 1-268,20 1 0,-4-2 268,-6-7 0,-10-2 0,-1-2 0,-17-20 0,-56 4 983,-2-12 0,-15-14-190,-19-8-793,-18-2 983,-26 3-492,33 32 1,-3 3-66,-9 2 1,-3 2-427,-2 1 0,-3 1 0,-12 2 0,-2 1 0,0 2 0,-2 1 0,-8 2 0,-2 1-492,6 2 0,1 3 60,-1 1 1,3 3 431,11 4 0,3 2 0,6-3 0,5 4 0,-17 23 748,35-5-748,31 18 983,29-5-757,28 8-226,33-2 60,-23-19 1,6-1-61,14 1 0,6-2-328,-18-5 0,4 0 0,1-1 0,6 0 0,1-1 0,1-1 0,2-1 0,1 0 0,0-2 251,-4-1 1,-1-1-1,-1-1 77,-6-3 0,-1-2 0,-3 1-227,24 1 1,-7-1 226,-28-3 0,-6 0 0,17 0 0,-57-4 983,-10-8-401,-13-7 401,-5 0 0,-10 1 0,-10 3 0,-9-1-898,-27-7-85,-18-1-492,34 13 0,-1 1 255,-4 0 0,-2 1 237,-3 2 0,0 0 0,4 0 0,1 1-64,2 1 1,5 2 63,-15 1 0,22 6 0,42 4 0,4 9 0,12-7 983,36 13-518,18-12-465,-3 0 0,6 1-492,14 0 0,7 0 164,-16-2 0,5 2 0,2-2 0,11 0 0,3-2 0,3 1 82,-14-2 0,2 0 0,1 0 0,0-2 0,4-1 0,-1-1 0,2-1 0,-1 0 0,4 0 0,0 1 0,-1-1 0,0-1 0,-6 0 0,-1-1 0,0 0 0,-2-1-82,21 1 0,-2 0 0,-3 0 0,-13 0 0,-1 0 0,-4 0-164,23 1 0,-6-2 0,-16-1 0,-9-1 1475,5-2-813,-31-5 813,-42-2 0,-3 3 0,-12-8 0,-12 12 0,-17-4 0,-23 9 0,-21 0-492,31 0 1,-4 0-299,-14 0 1,-4 0-194,-5 0 0,-1 0 0,-3 0 0,-1 0 0,5 3 0,2 0 0,8 3 0,3 2 0,7 3 0,3 3-106,-35 17 106,22 3 0,33-3 0,18-6 0,20 1 0,14-2 983,17 5-701,18-10 1,10-5-283,-7-1 0,3-1-492,30 1 0,5-2 0,-10-3 0,0-2 488,0-1 0,1-2 4,4 1 0,-1-1 0,-6-2 0,-6-2 0,22-3 0,-28 0 0,-57-5 0,-6 1 0,-7-8 0,-9 1 983,-7-4 0,-19 1-858,-23-5-125,-25-9-492,27 15 0,-9 0 164,-6 3 0,-10 0 0,3 1 0,14 4 0,1 1 0,-3 0 0,-24-2 0,-5-1 0,6 3-164,-2 2 0,5 3 0,4 1 0,2 3 250,13 4 1,3 3 82,11 3 0,3 3 159,-31 16 983,28 8-441,21 4 441,15 0 0,15 3 0,21-9 0,24 0 0,31-2-718,24-3-265,-37-17 0,5-3-492,6 0 0,2-2 260,-2-1 0,4-2 232,-3-3 0,3-1 0,-4 1 0,2 0 0,-3 0 0,8-2 0,-9-2 0,-16-3 0,-42-4 0,-4-10 0,-8 0 0,-11-15 0,-11 2 983,-6 3-518,-2 4-465,-4 14 0,-10-5 0,-28-3 0,-17-1-492,38 9 0,-1 2 468,-2 0 1,-2 2 23,2 2 0,-2 1 0,-16 1 0,5 4 0,-6 6 0,-6 3 0,80 10 0,17 4 0,1-4 0,15 3 0,15-14 0,19 1 0,-11-5 0,5 0-492,12 2 0,3-2 473,16-1 0,4-2 19,4 1 0,1-1 0,-1-3 0,1 0 0,-2 0 0,0 0 0,-10-2 0,-1-2 0,-4-2 0,-2-2-278,-13 0 1,-2-5 277,7-13 0,-6-5 0,10-21 0,-32 15 0,-8-5 0,-13-25 0,-11 6 0,-11 2 0,-15 7 0,-12 8 983,-15 3 0,-13 14-958,-12 0-25,-9 9 0,0 6 0,2 7 617,29 12-617,13 3 0,25 12 0,7-4 0,19 12 0,4-10 0,31 13 0,24-9 0,-24-9 0,5 1-492,14-1 0,5-2 0,11-1 0,4-1 164,-26-5 0,2-1 0,1-1 0,2-1 0,2 0 0,-1-2 90,0 0 0,1-1 0,-2-1 238,-2 0 0,-2-2 0,0 0 0,25-2 0,-4-4-483,-12-4 0,-3-2 483,-12 0 0,-4-3 0,27-17 0,-28-4 983,-25-3-345,-22-6-638,-45-20 0,-19 13 491,3 19 1,-8 3-386,-6 7 1,-5 4-599,-18-5 0,-8 2 208,21 10 0,-3 1 0,-1 2 284,-6-1 0,-2 2 0,-2 1 0,-9 0 0,-2 1 0,1 2-328,6 2 0,2 2 0,-1 1 0,-2 0 0,-1 1 0,3 3 0,12 4 0,2 1 0,2 3 0,1 2 0,2 1 0,3 2 27,-19 10 0,5 2 519,11 0 1,6 1-219,15-3 0,6 0 983,-8 15 0,28-10 0,26-3 0,13-9 0,68 18-388,3-17-170,-12-7 1,4-2-426,-11-6 0,-1-2 0,1-2 0,0 0 124,-5 0 1,-1 0-125,-7-1 0,-4-3 0,19-11 0,-23-1 0,-26-11 0,-13-2 983,-1-11-491,-14-7 159,-12-7-651,-24 4 0,-21-3 0,24 30 0,-8 2-492,-37-4 0,-8 5 0,19 4 0,-2 3 348,10 5 1,-4 1 0,4 2 143,-8 0 0,6 3-359,9 6 1,3 3 358,2 3 0,3 5 0,-27 28-90,22 9 90,19 10 0,23-2 0,17 7 983,29-3 0,32-6-821,-15-31 0,6-3-605,11-3 0,5-3 443,15 1 0,4-2-492,5-4 0,1-3 0,4-1 0,0-2 311,-1-2 0,0-3 181,-20-6 0,1-3 0,-5 0 0,3-2 0,-2-3-189,10-3 0,-10-6 189,-17-17 0,-20-4 0,-14-13 0,-12-12 0,-21-9 0,-21-9 244,6 40 1,-5 2-245,-10-1 0,-4 2 0,-7 3 0,-5 4 0,-8-2 0,-5 5 0,-8 8 0,-4 4 143,-3-3 0,-1 3-143,-5 6 0,0 4 0,6 2 0,-2 1 0,11 5 0,-4 2 0,6 2 0,-1 3 0,2 2 0,-21 3 0,8 5-301,7 20 301,22 9 0,19 5 0,22 3 960,11-5-960,26 5 0,20-7 0,25 7 0,-21-31 0,4-4 0,2 3 0,2-3 491,6-5 1,1-3-205,-1-2 1,0-1-288,-3-3 0,-2-1 0,-2-1 0,-3-2 804,28-3-804,-22-18 0,-24 0 0,-17-20 0,-10 2 0,-14-13 0,-14-17 0,-20-8 58,12 32 1,-6 2-59,-3 0 0,-5 2-492,-10-1 0,-5 4 128,-6 2 1,-2 3 363,-7 0 0,-1 4 0,-2 6 0,-1 3 0,0-2 0,1 4 0,7 6 0,3 4 0,2 0 0,5 4 0,-9 6 0,21 9 0,41 29 0,5-1 544,9 21-544,17 2 983,8-5-203,14-4-780,4-15 0,0-11 0,11-4 0,9-5 0,7-1 0,8-9 0,-7-2 0,-9-5 0,-14 0 0,-17-4 0,-17 0 0,-11-13 0,-8-31 0,0 2 0,0-24 0,-14 17 0,-11-8 0,-14 5 0,-6 4 0,-3 15 0,-13 10 0,-24 3-492,35 11 0,-3 1 210,-14-3 1,-3 2 281,1 2 0,-3 1 0,-7-2 0,-1 3 0,0 4 0,1 2 0,3-1 0,2 1 0,8 3 0,2 0-34,8 0 0,2 0 34,-29 5 0,35 12 0,17 3 0,27 11 0,13 2 983,2 1-425,19 7-484,8 1-74,-1-15 0,-2-6 0,3-12 0,5-3 0,32 0 0,10-1-592,15-5 592,0 0 0,0 0 0,-8 0 0,-1 0 0,-41-6 0,-1-3 0,14-7 0,-3-10 0,-42-1 0,-13-1 0,-1-7 592,-4-4-592,-8 9 0,-1 3 0,-19 3 0,3 9 0,-5-4 0,-7 9 0,-14-5 0,-26 2 0,28 1 0,-2 0-239,-8 4 0,-1 2 239,-3-4 0,-4 0 0,-20 3 0,1 1-492,23 2 0,3 0 37,-12 0 0,8 2 455,16 6 0,14 0 0,30 4 0,0 4 433,4 5-433,8 6 983,7 6-27,9-10-956,5 0 0,9-5 0,17 3 0,30 7 0,-31-14 0,4-1-394,8 2 1,6-2 393,-4-5 0,5-3 0,-3 1-492,13 2 0,-1-1 79,18-2 1,-8-2 412,-12-3 0,-30-1 0,-42-3 0,-4-9 0,-4 7 715,0-15-715,-15-1 983,-2-9-85,-19-3-898,-1 7 0,2 11 0,6 6 0,-8 4 0,-7 0 0,-23-1 0,-17-1 0,20 3 0,-1 0 0,-29 1 0,1-3 0,59 11 0,26 0 0,7 0 0,19 8 0,7-6 0,17 7 0,3-9 0,-9 0 0,-2 0 0,-2 0 0,3 0 0,6-5 0,-6-4 0,-12 0 0,-11-3 0,-8 4 0,0 0 0,-24-5 0,7 8 0,-32-8 0,-5 7 0,-27-6 0,24 9 0,-4-1-492,-2-1 0,-3-1 249,-11 1 0,-1 2 243,3-1 0,1 0 0,0 0 0,1 1 0,7 3 0,5 0 0,-14 0 0,21 0 0,42 4 0,4 4 0,25 18 0,2-4 983,25 10-496,12-10-487,17 1-454,-28-13 1,2-1 453,4 0 0,1 0 0,7-2 0,1-1 0,-4 1 0,0 0 0,4 0 0,-1-1 0,-3-2 0,-1-1 0,-4 1 0,0-2 0,-4-2 0,-2 0 0,34 0 0,-15 0 0,-9 0 0,-22-8 0,-9 3 0,-15-15 907,-9 2-907,0 0 0,-4 1 0,0 5 0,0 3 0,-8-3 0,-6 3 0,-9 4 0,0 1 0,-9 4 0,-3 0 0,-19 0 0,-6 0 0,19 0 0,18 0 0,63 0 0,2 0 0,42 0 0,-7 0 0,-27 0 0,1 0-492,-1-2 0,2-1 164,6 0 1,0-2 327,-7-3 0,0-2-281,3-1 1,0-3 280,-6-4 0,-2-2 0,40-23-180,-15-4 180,-8 1 0,-7 1 0,-7 1 0,-8 5 983,-6 3-391,-7 4 11,-4 8-603,-6 5 202,-6 7-202,-4 4 0,-7 0 0,-29 4 0,0 5 0,-36 10 0,2 11 0,-30 16-492,38-16 0,-3 2 129,-13 6 1,-2 3-130,-10 3 0,0 3 0,-3 2 0,1 2 297,-1-1 0,3 0-297,7-1 0,4-3 344,10-5 1,5-4 147,-12 8 0,31-15 983,47-22-589,20-10-394,18-7 0,19-12 0,17-12 491,-39 20 1,2-1-330,6-4 1,2 0-163,4 0 0,1 0 0,5-5 0,2 0 0,4-1 0,0-1 0,-8 2 0,-2 0 0,-1-1 0,-6 4 983,8 0-460,-33 10-523,-44 33 0,-20 7 0,-12 9 0,-17 9 0,-16 9 0,31-18 0,-1 4 58,-4 4 1,-1 3-59,0 3 0,0 1-492,-1-1 0,1 0 284,2 0 0,4-3 208,-14 7 0,21-9 0,51-36 0,12-1 0,19-3 0,13 0 0,6 0 0,-6 0 0,1 0 290,32 0 0,4 0-290,-10 0 0,0 0-218,0 0 0,1 0 218,4 0 0,-1 0 0,-8 0 0,-2 0 0,-2 0 0,-6 0 0,12 0 0,-28 8 0,-60-2 0,-9 11 373,-15 3-373,-15 12 0,-17 15 0,24-19 0,-4 2-292,-6 5 1,-2 1 291,-3 1 0,-1 2 0,-10 6 0,-1 3 0,3 2 0,0 2 0,-6 5 0,1 0 0,7-2 0,3 0 0,3-1 0,2-2 0,11-11 0,5-3 0,-8 17 0,22-23 0,33-24 0,8-4 0,18-4 0,22 0 0,31 0 0,-33 0 0,5 0 353,10 0 0,2 0-353,9-3 0,2-1 0,0-2 0,0-3 0,4-1 0,-1-3 0,-11 0 0,-6-1 0,21-10 0,-38 11 0,-65 5 0,-22 8 0,-33 0 0,21 0 0,-4 0-492,-11 3 0,-3 0 299,-6-2 0,-3 0 140,-9 5 0,0 1 53,5-6 0,-1 0 0,-4 2 0,1 0 0,12 0 0,3 0 0,1 1 0,7-1 0,5 1 0,17 0 0,60-12 0,-6-5 983,2 6-605,1-18 605,-5 18-53,10-20-930,-12 17 0,6-12 0,-17 9 0,4 0 0,-4 1 0,0 4 0,0 0 0,20 27 0,-7-16 0,26 25 0,-4-22 0,37 1 0,9 2 0,-32 0 0,2 1-492,44-1 0,2 1 0,-35-1 0,-5 0 397,3 1 1,1-1 94,2-1 0,1-1-387,-5 3 1,0-1 386,-2-2 0,-4-1 0,18 1 0,-17-1 0,-44-19 0,-3 3 983,-7-12 0,0 9-19,0-8-964,0-2 0,-8-5 0,-2-4 0,-9-1 0,-6-7 0,-33-34 0,12 13-314,6 18 0,-2 2 314,-18-17 0,-13-8 0,0-2 0,38 28 0,1-1 0,2 1 0,1-2 0,-23-38 0,11 4 0,9 7 0,7 8 0,18-6 0,3 33 0,18-2 0,1 28 0,14-2 0,2 1 0,5-1 628,-5 5-628,-3-3 0,2-2 0,12-6 0,7-4 0,5-6 0,7-2 0,4-11 0,6-2 0,0 0 0,1-5 0,-16 15 0,0-2 0,-10 4 0,0-1 0,17-13 0,-1 0 0,-18 12 0,-3 0 0,6-8 0,0 1-466,-4 3 1,0-1 465,5-3 0,0-1 0,-4 5 0,-1 0 0,0 1 0,-2 0 0,25-19 0,-7 3 0,-24 22 0,-10 5 0,-19 15 0,3 0 931,-31 28-931,9-9 0,-37 35 0,2-7 0,-5 5 0,-13 11 0,2-3 0,-2 0 0,-2 1-290,-4 2 0,-6 4 0,6-6 290,7-8 0,6-6 0,6-7 0,4-4 0,-9 7 0,24-17 0,46-27 0,20-6 0,24-11 0,26-17-302,-30 18 0,3-4 302,8-7 0,3-3-492,10-5 0,1-2 0,0-2 0,0-2 0,6-4 0,-1 0 0,-7 8 0,-6 3 0,-21 12 0,-4 3 5,19-7 487,-60 30 983,-12 2-912,-23 3 912,-21 10 0,-22 4 0,-16 16-492,40-12 1,-2 2-317,-5 6 1,-2 3-176,-3 2 0,-3 1 0,-9 5 0,0 0-492,3-1 0,1 1 24,-5 0 0,1-1 468,9 0 0,1-1 0,3 0 0,3-1-60,9-4 1,5-1 59,-11 13 0,25-16 0,29-14 983,4-4-589,8 4 589,6-2 0,14 2-743,19-1-240,22 0 0,5-7 0,7-2-492,-6 1 0,3-1 164,-2-1 0,5-1 0,-1-1 0,-7 1 0,0 0 0,1 0 0,6 0 0,2 0 0,1 0 0,6 0 0,1 0 0,0 0 32,-3 0 1,-1 0-1,1 0 296,-1 0 0,1 0 0,-3 0 0,-9 0 0,-1 0 0,-3 0-377,25 1 0,-8-2 377,-32 0 0,-9-1 0,9 1 0,-68-3 0,-37 9 0,-22 7 491,23 0 1,-5 2-266,-9 2 0,-4 3-226,-8 5 0,-3 1 386,-12 2 0,-4 0-386,29-9 0,-1 0 0,-1 1 0,-2 1 0,-1 1 0,1-1 0,2-2 0,1 0 0,1 1 0,-29 11 0,4 0 436,10-1 1,7-1-437,-16 7 0,42-11 0,62-25 909,26-10-909,20-12 0,29-14 143,-31 11 0,4-3-143,12-7 0,3-2 0,-20 8 0,1-1 0,1-1 0,1-2 0,2-1 0,-1 0 0,0 1 0,1-1 0,-2 1 0,-1 0 0,-1 0 0,-2 2 0,25-11 0,-8 3 0,-26 11 0,-6 2 0,16-9 0,-62 23 0,-7 9 0,-13 0 0,-16 4 983,-16 0 0,-30 0-823,26 0 0,-3 0-652,-12 0 0,-3 0 0,-13 2 0,-2 3 164,24 1 0,-1 2 0,0 2 0,-1 1 0,1 3 0,0 1 0,-4 3 0,0 1 0,2 1 191,-23 9 1,3 3 136,3 1 0,3 0 0,16-4 0,7-2 0,-14 14 0,32-14 0,48-11 0,1-9 983,47 14 0,16-18-492,-10 1 1,5 1-360,10-4 1,3-2-133,8 1 0,5 0-328,-19 0 0,4 0 0,-1 0 0,1 0 0,-1 0 0,2 0 5,9-1 0,2-2 0,-2-1 323,-6-2 0,0-2 0,-1-2 0,1-1 0,-1-2 0,-1-4 0,-5-2 0,-1-2 0,-2-3 0,-4 0 0,-2-1 0,-2-3 0,23-16 0,-5-2-492,-11 1 0,-5-3 299,-11 2 0,-6-2 38,-11 8 1,-6 0 154,14-37 983,-20 17-481,-29-7 481,-16 27 0,-37-4-49,-25 26-1426,26 11 0,-3 2 491,-12 1 1,-3 3 0,-8 2 0,-2 4 0,-6 4 0,-6 5 0,6 5 0,-6 4 0,5 3-328,19-2 0,3 1 0,-2 3 82,3-1 0,-4 1 0,1 2 0,6 1-43,0 5 1,5 2-1,1 0-39,2 1 0,2 0 0,3 1-31,-22 20 0,6 1-74,17-9 0,8 1 433,10-6 0,7 1 983,-2 37-240,19-9-743,33-23 0,14-3 0,37 12 491,-4-17 1,8-7-323,-3-16 1,5-8-170,11 2 0,4-2 0,3-5 0,2-3 0,-30-3 0,1-1 0,-1 0 0,31-2 0,-3 0 0,-8 0 0,-3 0 0,-7-3 0,-8 0 0,13-2 983,-26-6 0,-48 3 0,-6-4-705,-3 3-60,-8-12-218,-6 10 983,-10-2 0,-44 4-845,-11 8-630,14-1 0,-7-1 0,-6 3 0,-5 0 164,16 0 0,-3 0 0,-1 0 0,-9 0 0,-2 0 0,-2 0 0,-10 0 0,-1-1 0,-1 2 0,0 3 0,-1 2 0,2 0 0,3-1 0,0 1 0,3 2 0,9 3 0,2 3 0,3 0-164,-22 8 0,10 0 561,36-5 0,6 0-69,-16 13 983,73-13 0,8-3 0,34 7-492,-9-9 1,7 0-1,25 3 1,15-1-689,-18-6 0,12-1 1,6-1-1,1 1 0,-5-1-49,11 2 0,-4 0 0,2-1 0,7-1 82,-13-2 0,6 0 0,4 0 0,-1-1 0,-1-1 0,-6 1-33,-3-1 0,-4 1 1,-1-1-1,-2-1 0,0 0-49,18 0 0,-2-1 0,-1 0 0,-1-1 0,-5 0 0,-1-1 0,-1 0 0,-3-1-82,13-1 0,-4-1 0,-3-3 0,-11 0 0,-2-2 0,-6-3-164,12-6 0,-8-3 0,-17 0 0,-8-2 1475,13-23 0,-27 4 0,-32 2 0,-24 1 0,-26 3 0,-36-4-492,25 24 1,-6 2-1,-15 0 1,-11 2-492,15 6 1,-8 1-1,-3 2 1,4-1-1,-13 2 0,2 0 0,-3 1 0,6-1 0,-4 0 0,0 1 0,5 2-328,-3 3 0,4 2 0,2 2 0,7 0 0,2 1 0,2 2-164,-25 7 0,5 4 220,12 1 1,7 4 271,20-6 0,7 3 0,-15 22 656,33-3-656,32-2 0,30 9 0,40-1 491,-16-20 1,7-3-1,18-2 1,7-3-489,-20-6 1,3-1-1,2-1-331,7-2 0,4-2 0,0 0 0,1 1 0,2 0 0,4-2 124,-4-3 1,7-2 0,-1 0 0,-5 0-125,2 1 0,-5-1 0,3 0 293,-13-1 1,4 0 0,-3-2 0,-8 0-262,14-1 1,-9-1 295,-12-2 0,-7-2 983,13-14-770,-32-1 770,-29-4 0,-9-2 0,-9-7 0,-17-1 0,-18 0 0,-40 7-492,25 12 1,-6 2-195,-19 3 1,-7 2-298,21 4 0,-4 1 0,-2 1-328,-16 0 0,-3 2 0,-2 0 82,23 1 0,1 0 0,-3 1 0,-6 2 49,-11 4 0,-9 1 1,-2 3-1,1 0 0,8 0-49,5-1 0,6 0 0,1 1 0,-4 2 206,1 3 0,-6 1 0,0 2 1,4 0-1,9 2 40,-3 4 0,9 1 0,4 0-492,-18 9 0,6 0 482,14-4 0,7 1-118,-6 15 128,31 3 983,39-6-225,54 9-758,-7-28 0,10-3 491,28 2 1,9-3-406,-19-5 1,4-2-1,3-1-332,-13-3 0,2-2 0,2-1 0,0 0 0,5 0 0,0-1 0,1-1 0,0 0 26,0-1 1,0-1-1,0 0 1,-1-1-27,-3 0 0,0-1 0,0-1 0,-2 1-82,14 1 0,-1 0 0,2-3 82,-13-4 0,2-3 0,-1 0 0,-6 0-246,22-2 0,-5-3 703,-19-3 1,0-4-1,-12 0-211,11-20 983,-26-2 0,-24 12 0,-16 8 0,-13 7 0,-15 6 0,-13-3 0,-24 7 0,-34 2-758,26 3 0,-7 2-225,-21-1 0,-7 0-328,24 0 0,-3 0 0,-3 0 0,-12 0 0,-3 0 0,-2 0 82,24-1 0,-1 1 0,-1 0 0,0 1 169,-1-1 0,0 1 0,-2 1 0,-2 3 77,3 2 0,-4 2 0,0 1 0,2 1 0,5-1 0,-18 3 0,6-1 0,2 3 0,-2 4 0,2 1 0,16-1 0,-9 7 0,82-14 0,9-4 0,13 5 0,35 4 0,-11-8 0,7 0-174,25 1 1,8 0 173,-15-4 0,3-1 0,4 0 30,14-1 0,4-2 1,3 1-31,-18-1 0,1 1 0,2-1 0,0-1-246,3 0 0,0-1 0,0 0 0,-1-1 0,-2 0 0,0-1 0,-2 0 0,0-1-82,20-2 0,-2 0 0,-4-2 151,-11 0 0,-3-2 0,-3-1 156,-9-1 1,-2-2 0,-7 0 20,-4-1 0,-8-2 983,12-18-104,-69 3 104,-8 1 0,-19-1-218,-29 5-765,-32 1 491,19 14 1,-8 1-165,21 2 1,-3 1 0,-3 0-656,-13 1 0,-4 0 0,0 1 0,-3 1 0,-1 1 0,0 0 60,-4 0 0,0 0 0,0 1 268,4 3 0,0 2 0,1 1 0,3 0 0,1 1 0,2 2 0,8 2 0,3 2 0,1 1-492,-22 8 0,4 4 340,16-1 0,8 2 152,-15 18 0,44 7 983,55-12 0,44 22-955,-12-33 1,7-1 275,17 9 1,8 0-305,-17-12 0,5-2 0,2 0-328,12 4 0,3 1 0,1-2 0,6-1 0,2-2 0,2-1 82,-17-5 0,1-1 0,0 0 0,0-2 0,-2-1 0,-1-1 0,0-2 0,0 0 0,0 0 0,0-1 0,0 0 0,-2-2-82,16 0 0,-1-2 0,-4-1 0,-10 1 0,-2 0 0,-7-1 819,-1-1 1,-9-2-249,17-2 740,-80-2 0,-8-4 0,-26-1 0,-25 5 0,-24-6-492,25 10 1,-4 1-1,-8-3 1,-3 0-942,-17 3 1,-6 0 449,25 0 0,-3 0 0,-1 0-328,-11 0 0,-1 0 0,-2 0 0,-2 0 0,-1 0 0,0 0 0,-2 0 0,-1 0 0,-2 0 243,16 0 0,-3-1 0,1 1 0,6 1 85,-1 0 0,5 2 0,2-1-238,2 0 1,2 1 0,13 1 237,3 8 983,71-4-912,19-4-71,25 2 0,34 1 373,-30-3 0,5-1-373,10 0 0,4 0 491,12-3 1,2 0-247,1 0 1,-1 0-246,1 0 0,-1 0 0,-5 0 0,-2 0 140,-11 0 0,-7 0-140,15 0 0,-30 0 0,-57-8 983,-33-2-439,-3-5-544,-50 6 0,-1 4 491,25 4 1,-4 2-237,-3-1 1,-3 0-748,-17 0 0,-2 0 255,-1 0 0,-1 0 237,-4-1 0,0 2 0,4 1 0,3 2 0,9 2 0,3 2 0,6 4 0,5 3 0,12 0 0,6 2 0,-20 16 0,37-7 0,24 0 777,29 2-777,14-2 0,37 4 0,22-11 0,-36-9 0,3-2-304,7-3 1,2-2 303,9 0 0,2 0 0,4-3 0,1 0-492,0 0 0,0 0 198,-5 0 0,-2 0 294,-9 0 0,-2 0 0,-10 1 0,-5-2 0,13-7 0,-28 3 0,-35-16 0,-3 2 983,-8-14 0,-13 2 0,-34-13 0,3 15-438,-32-2-545,7 15 0,24 12 0,-3 2-492,-4-2 0,-1 2 387,-8 2 0,-1 0 105,-3 0 0,-1 0 0,-1 2 0,0 2 0,0 2 0,0 2 0,5 4 0,2 3 0,6 1 0,5 1 0,-15 13 0,26-8 0,38-6 0,16 1 0,7-2 0,8 2 0,29-6 0,19-2 0,12 0-492,0-1 0,6-1 177,-6 1 1,6 0 0,-1-2 314,-10-2 0,-2-1 0,0-1 0,1 1 0,0-1 0,-1 0 0,-2-1 0,-1-1 0,-1-1-492,28 2 0,-4-2 110,-13-1 1,-4-2 250,-16 2 0,-6-2 131,18-17 0,-35 5 0,-27-11 983,-17-2 0,-16-6 0,-19-2 0,-31-3-556,22 24 1,-7 1-756,-13-1 0,-9 0 0,0 1 0,10 5 0,1 2 0,-5 0 0,-23-5 0,-6 0 0,4 3 0,17 5 0,3 3 0,1 0 185,1-1 1,1 0 0,1 1 142,2 1 0,1 1 0,2 1-492,-26 5 0,4 1 0,10 0 0,7 1 341,-16 11 151,35-3 0,49-4 0,12 1 983,6 1 0,9-6 0,22-3 0,11 0 0,36 2-492,-39-1 1,5 1-984,36-3 0,3-1 444,-24 0 0,-2 0 48,20-2 0,-9-2 0,-17 1 0,-39 0 0,-44 0 0,-22 0 0,-7 0 983,-5 0 0,-7 0-942,-9 0-41,-15 6-743,-10 6 743,43-1 0,0 3 0,0 3 0,0 3 0,-37 29 0,15 4 0,21 3 0,18 5 0,17-1 0,15 7 0,25 2 0,23-5 0,20-4 0,19-17 0,-41-24 0,4-2 0,27-5 0,1-5-395,-24 0 1,-1-1 394,21-2 0,-3-2 0,-1-7 714,-9-5-714,-19-10 0,-11-10 0,-10-11 0,-15-12 0,-17-8 0,-17-7 0,-23 3 0,-16 5 0,-18 11-461,40 27 0,-2 1 461,-6 4 0,0 2 0,-2 1 0,1 2 0,3 2 0,2 2 0,-23 1 0,33 14 0,29 3 0,18 12 0,13-8 983,22 4-226,19 0-757,-13-9 0,5 0-492,11 2 0,4-3 0,16-3 0,5-2 164,-19-1 0,3 1 0,2-1 0,8-2 0,4 0 0,2 0 82,-13 0 0,2 0 0,2 0 0,1 0 0,8 0 0,1 0 0,2 0 0,0 0 0,5 0 0,2 1 0,0-1 0,0-1 215,0-2 0,0-2 0,-1 0 1,0 0 30,-3 1 0,0-1 0,-2 0 0,0-2 0,-5-3 0,-2-1 0,0-1 0,-2-2 0,-4 0 0,-1-1 0,-1-2 0,-1 0 0,20-5 0,-1-2 0,-4-2-328,-7-1 0,-3-2 0,-3 1 0,-6 1 0,-2 1 0,-4-2-13,16-11 1,-9 2 340,11-8 983,-38 7-771,-51 26-212,-9 3 0,-12-9 0,-28 7 0,-27-5 491,18 8 1,-7 2-1,-15 2 1,-7 1-224,20 0 1,-2 1 0,-3 0-333,-8 1 1,-2 1-1,-1 1 64,-4 0 0,0 2 0,0 1 0,1 2 0,-1 2 0,0 2 0,1 3 0,-1 1 0,3 3 0,8 3 0,3 2 0,0 2 0,2-1 0,0 2 0,4 1-109,-11 10 1,5 1 108,9-4 0,9 3 0,-10 36 0,42-20 983,45 4-347,60-16-636,-9-19 0,9-1-328,-14-6 0,3-2 0,3 1 90,17 2 0,4-1 1,1-1 237,-18-5 0,1-1 0,1 0 0,1-1 0,7-1 0,2 0 0,1-1 0,0 0 0,3-1 0,1 0 0,-1-2 0,1 1-246,-1-2 0,1 1 0,0-2 0,-2 1 0,-4-2 0,-2 0 0,0 0 0,-2 0-82,17-1 0,-2 1 0,-4-3 0,-14-1 0,-4-1 0,-3-2-164,15-4 0,-8-1 423,-19-1 1,-6-2 1051,17-23 0,-26 3 0,-43-34 0,-29 20-492,-4 12 1,-8 2-1,-13 12 1,-8 5-1,-18-6 1,-6 3-820,18 8 0,-3 2 0,-4 1 247,-17-4 0,-4 2 0,-3 1-165,21 4 0,-3 2 0,0 0 0,-2 1 0,-7 1 0,-1-1 0,-1 2 0,0 0 0,0 1 0,1 1 0,-1 0 0,1 0 11,0 2 0,0-1 1,0 2-1,2-1 235,7 2 0,1-1 0,1 1 0,2 1 0,-21 2 0,2 1 0,3 0 0,11-1 0,3 1 0,7 1 0,5 3 0,8 0 0,-19 5 983,83-6-918,31 4-65,31-2 0,-9-4 0,8-1 491,18 5 1,7 0-476,-17-4 0,4-2 0,3 2-344,8 1 0,2 1 0,2-2 263,-19-3 1,0-2-1,2 0 1,0 0 64,5 1 0,1-1 0,0 0 0,0-1-246,-2 0 0,-1-1 0,0 0 0,0-1 0,0 1 0,0 0 0,0 0 0,-2 0-82,16 0 0,-1 0 0,-4 0 0,-11 1 0,-3-1 0,-2-1 666,19-1 0,-10-2-338,6 0 983,-33-7 0,-54-1 0,-14 7 0,-5-3 0,-20 8 0,-16 0 0,-30 0-492,27 0 1,-5 0-1,-15 0 1,-5 0-339,16 0 0,-2 0 1,-3 0-482,-12 0 0,-3 0 0,-1 0 0,-7 0 0,-1 0 0,-1 0 82,19 0 0,0 0 0,-1 0 0,0 0 0,0 0 0,1 0 0,-1 0 0,2 0-82,-21 0 0,1 0 0,3 0 0,7 0 0,3 0 0,7 0-54,3 2 0,10 0 1365,-14-2-342,83 4-641,62-4 0,27 0 414,-13 0 0,9 0-414,5 0 0,5 0 327,-23 0 1,3 0 0,7 0-271,-11 0 0,7 0 0,3 1 0,0-1 0,-5-1-303,1-1 0,-3 0 0,0 0 0,3 0 49,1 0 0,5 1 1,1 0-1,-3-1 0,-7-2-131,12-2 0,-7-3 0,-2 0 87,-10 0 1,-2-1 0,-2-2 40,23-5 0,-9-3 200,1-11 983,-30 8-387,-53 2 387,0 7 0,-8-13 0,-7 8 0,-19-5 0,-21 9 0,-31-8-510,29 15 0,-6 1-473,-20-3 0,-7 0-328,19 4 0,-3 0 0,-4 2 0,-12 0 0,-3 1 0,-11 0 164,27 2 0,-7-1 0,-5 1 0,-1-1 0,2 1 0,3 0-33,-1 1 0,4 0 1,0 0-1,-1 0 0,-6 0 33,-5 0 0,-5 0 0,-4 0 0,1 0 0,2 0 0,7 0-82,-12 0 0,6 0 0,3 0 0,-1 0 0,-2 0 0,-1 0 0,2 0 0,3 0 0,12 0 0,3 0 0,1 0 0,2 0-82,-19 0 0,3 0 0,9 0-164,4 0 0,11 0 1214,-8 0-722,123 0 0,33 0 0,-1 4 0,9 0 327,3-3 1,9-1 0,0 1-70,-4 1 0,-1 1 1,2-1-212,-18-1 1,0-1-1,1 0 1,0-1-48,0 1 0,0 0 0,0 0 0,1 0 0,2 0 0,0 0 0,0 0 0,-1 0-328,17 0 0,-3 0 0,0 0 0,-3 0 0,-2 0 0,-2 0 0,-12 0 0,-3 0 0,-2 0 109,26 0 0,-10 0 1202,13 0 0,-35-3 0,-60-1 0,-2-8 0,-15 2 0,-4 1 0,-11 5 0,-12 4 0,-24-5-492,15 4 1,-9 0-820,-30 0 0,-16-1 0,2 0 0,13-1 0,2 0 0,-7 0 131,14 1 0,-5 1 1,-3-1-1,1 0 0,5-1-49,-1-1 0,3-1 0,2 0 0,-2 0 0,0 2 0,0 0 0,1 1 0,0 0-82,-19-2 0,2 1 0,2 1 0,11 2 0,2 0 0,7 0 269,-3 0 1,10 0 58,-9 0 0,99 0 0,61 0 405,-29 0 0,6 0-405,5 0 0,6 0 0,2 0 0,7 0 0,2 0 0,5 0 0,0 0 0,4 0 0,4 0 0,2 0-197,-12 0 0,1 0 1,3 0-1,1 0 0,2 0 179,-6 0 1,1 0-1,1 0 1,3 0 0,3 0-1,5 0-92,-13 0 1,5 0 0,4 0 0,1 0-1,2 0 1,0 0 0,-1 0 0,-3 0-1,-3 0-31,8 0 1,-3 0-1,-3 0 1,0 0-1,1 0 1,1 0-1,4 0 31,-10 0 1,3 0 0,2 0 0,1 0-1,1 0 1,-2 0 0,-2 0 0,-4 0-1,-4 0-54,10 0 0,-4 0 0,-3 0 0,-2 0 0,-2 0 0,0 0-33,8 1 0,-2-1 1,-1 0-1,-2 0 0,-1-1-49,15 0 0,-2-1 0,-3 0 0,-2-1 202,-12 1 0,-3 0 0,-2 0 0,-3-1 44,11-2 0,-3-1 0,-4 0 491,21-2 1,-13 0 491,4-3 0,-47 4 0,-62 3 0,-16 4 0,-21 0-720,-14 0 1,-9 0-264,7 0 0,-4 0 327,3 0 1,-5 0 0,0 0-1,9 0 1,0 0 0,-1 0-1,-7 0 1,-1-1 0,-1 2-144,-3 3 1,-1 1-1,0 2-184,-4 0 0,1 2 0,-1 1 0,0 3 0,1 2 0,-1 1 0,1 0 0,-1 1 0,0 1 0,0 1 0,0 1 0,2 0 0,4-1 0,2 0 0,2 1 0,7 1 0,3 0 0,3-1 0,-18 6 0,11-1-424,-3 7 424,29-11 0,51-13 0,7 1 983,27 0-181,15-3-802,36 4 491,-34-5 1,4-2-51,17 1 0,4 0-933,13-1 0,4 0 164,-25-2 0,2-2 0,1 1 316,4 0 1,0 0 0,-1 0 11,-2 0 0,-1 0 0,-1 0 0,-6 0 0,-2 0 0,-1 0-290,21 0 1,-8 0 289,8 0 0,-30-3 0,-69-2 983,-37-9-632,-13-3-351,11 5 0,-5 1-492,-9 0 0,-4 1 244,-13-3 1,-4-1 247,14 5 0,-3 1 0,-2-1 0,-5-2 0,-3 0 0,0 0 0,-7 1 0,-1 1 0,0 0 0,0 0 0,0 0 0,1 2 0,3 3 0,0 1 0,3 0-328,9 0 0,1 0 0,3 2 105,-26 0 0,10 2 223,-13-1 0,46 0 0,69 4 0,42 2 0,33 6 0,-23-4 0,6-2 491,11-2 1,5 0-419,-19 0 0,3 1 1,1 0-385,3-2 1,1 0 0,1 1 310,6 1 0,1 1 0,0 0 0,0 0 0,0 0 0,-2-1 0,-4-2 0,-2 0 0,-2 0 0,-5 0 0,-1 0 0,-3-1 0,16-2 0,-5 0 0,-14 0 0,-7 0 0,8-4 0,-31 0 0,-39-8 983,-13-2 0,-10-4 0,-19-3 0,-15 0 0,-29 2-1343,33 6 0,-5 1 360,-15 4 0,-6 0-328,18-1 0,-3-2 0,-3 1 0,-12 3 0,-3 1 0,-1 0 0,-7-2 0,-1-1 0,-2 1 82,18 2 0,-2 1 0,0 1 0,-1 0 0,1 1 0,-1 0 0,0 1 0,1-1 0,2 1 0,0 0 0,1-1 0,1 2 53,-20 0 0,2 2 0,3-1-135,9 0 0,3 0 0,3 0-164,-20 0 0,9 0 700,27 0 0,10 0-208,1 0 983,58 0 0,32 0 0,16 0 0,30 0-492,-27 0 1,5 0-984,10 0 0,5 0 60,11 0 1,4 0 431,-26-2 0,1 0 0,2-1-328,6-2 0,1 0 0,1-2 0,3-3 0,1-2 0,0 0 0,0-1 0,0-2 0,-1 0 103,-1-3 0,-1-2 1,4 0-22,-7 3 0,4-1 0,-1 0 0,-4 0-36,3-3 0,-4 1 0,3 1 282,17-3 0,5 2 0,-9 1 0,-1 0 0,-6 2-55,-2 2 1,-3 1 54,-10 0 0,-5 1 0,12-6 983,-33 7 0,-57 8 0,-30 4 0,-26 6-492,15-3 1,-6 2-1,-18 5 1,-5 1-165,18-2 1,-3-1 0,-3 1-313,-15 2 0,-5 1 0,-10 0-179,18-3 0,-10 1 0,-5 0 0,-2 0 0,1 0 0,5-1-33,-2 1 0,3-1 1,0 0-1,-2 0 0,-7 1 74,18-2 0,-6 0 0,-3 0 0,-2 0 0,-1 1 0,2-1 0,2 0 0,5-1-41,-9 2 0,3-1 0,3-1 0,1 1 0,0-1 0,-2 1 0,-3 0 0,0-1 0,-1 1 0,1 0 0,0 0 0,0 0 0,3-1 0,0 1 0,0 0 0,1 0 0,0 0 0,0-1 0,2-1 0,1 0 0,-1 0 0,1 0 0,1 0 0,1-1-33,-12 2 0,1 0 1,2-1-1,0 0 0,1 0 0,6-1 0,1-1 1,1 0-1,2 0 0,3 0-49,-7-1 0,3 0 0,3 0 0,3-1 145,-9 2 0,5-1 0,8-1 592,7-2 1,10 0 491,-1 0-749,115-9 0,40-3-234,-5 2 0,11-1 0,-18 1 0,11-1 0,3 0 0,0 0 0,0 1 0,1-1 0,2 2 0,2-1 0,-9 1 0,2 0 0,2 0 0,1 1 0,1-1 0,-11 1 0,0 1 0,2-1 0,0 1 0,1-1 0,0 0-164,4 1 0,1-1 0,0 0 0,0 0 0,1 0 0,0 0 124,2 0 0,0 1 0,0-1 1,0 0-1,1 0 0,-2 0-124,-1 0 0,-1 0 0,1 0 0,-1 0 0,-1 1 0,1-1 0,-3 0 0,1 0 0,-1 0 0,-1 0 0,0 1 0,-1 0 153,-6 0 1,0 1 0,-1 1 0,-1-1 0,0 1 0,-2-1 10,7-2 0,-2 0 0,-1 0 0,0 0 0,2 0 70,6 1 1,3-1 0,0 1 0,-3 0-1,-7-1-70,15-1 0,-7-1 0,1 0 245,-15 2 1,2 0 0,-3 0 0,-9 1-55,5 0 0,-10 0 300,-12 1 1,-4-1 491,26-4 0,-36 5 0,-11 1 0,-27 5 0,-48 5 0,-14 7-492,-1-2 1,-7 1-1,-6 3 1,-4 0-165,10-3 1,-5 0 0,-3-1-656,-15 2 0,-5 0 0,-4 0 82,17-4 0,-2-1 0,-3 0 0,-2 0 49,9-1 0,-2 1 1,-1-1-1,-2 0 0,0-2 0,-4 0 0,-2-2 1,0 0-1,0 0 0,-1 0 0,-2 0 0,-1 0 1,0 0-1,0 0 0,1-1 0,-1 0 0,1-1 1,-1 0-1,1 0 0,2-1 0,6 2 0,1-1 1,1 0-1,1 0 0,2-1-49,-10 0 0,2-1 0,3 0 0,7 0-82,7 0 0,6 0 0,7 0 819,-9-2 1,32-1 120,55 2-612,49 3 0,-2 0 0,11 0-205,-4 0 1,7 0 0,4 0 204,-6 0 0,3 0 0,3 0 0,3 0 0,-3 0 0,3 0 0,3 0 0,-1 0 0,-1 0 0,-5 0 0,0 0 0,-1 0 0,1 0 0,2 0 0,6 0 0,2 0 0,0 0 0,0 0 0,-1 0 0,-4 0 0,-2 0 0,0 0 0,0 0 0,3 0 0,10 0 0,3 0 0,0 0 0,1 0 0,0 0-164,-14 0 0,0 0 0,0 0 0,1 0 0,0 0 0,1 0 58,3 0 1,1 0 0,1 0 0,-1 0 0,-1 0 0,-1 0 105,9 0 0,-2 0 0,0 0 0,-2 0 0,-3 0-197,-8 0 0,-1 0 1,-2 0-1,-4 0 0,-6 0 122,9 0 1,-7 0 0,-8 0 565,12 0 1,-35 0 491,-61 0-535,-48 0-448,11 0 0,-7 0 491,-27 0 1,-9 0-176,18-2 1,-3-1 0,-3-1-72,13 2 1,-1 0 0,-3-1 0,-1 0-228,-9-2 0,-2 0 0,-2 0 0,-1 0-264,-5 2 0,-1 0 0,-1 1 0,-2-1 124,14 1 1,-1 0-1,-1 0 1,-1 1 0,0-1 121,-3 2 0,0 0 0,-2 0 0,-2 0 0,-4 0 0,9 0 0,-5 0 0,-3 0 0,-1 0 0,0 0 0,4 0 0,4 0-197,-11 0 0,5 0 1,2 0-1,0 0 0,-4 0 33,3 0 0,-5 0 0,-1 0 0,2 0 0,5 0 0,10 0-70,3 0 1,7 0 0,4 0-1,3 0 407,-14 0 0,4 0 0,8 0-173,5 0 0,10 0 983,-11 0 0,83 0 0,23 0 0,39 0-492,-23 0 1,6 0-1,22 0 1,8 0-165,-19 0 1,4 0 0,2 0-656,15 0 0,4 0 0,3 0 199,-16 0 1,3 0-1,2 0 1,1 0 128,7 1 0,2-1 0,2 0 0,1-1-197,-14 0 0,1-1 1,1 0-1,1-1 0,0 2 0,2 0 0,0 1 1,1-1-1,0 1 0,0-1 130,-1 0 0,2-1 0,-1 0 0,-1 0 0,0 0 67,-5 0 0,0 0 0,-1 0 0,-1 1 0,-1-1-246,13 0 0,-1-1 0,-2 1 0,-4-2-82,12-1 0,-4-1 0,-5-1 230,-13 2 1,-4 0 0,-8-1 588,-6-2 1,-10 0-461,8 0 952,-66-4 0,-37 6 0,-32 0-492,14 0 1,-8 0-1,-16 5 1,-5 1-437,15-2 0,-3-1 0,-2 1-8,-13 2 1,-3 0 0,-2 0-48,17-2 0,-1 0 0,-2-1 0,-1 1-246,-7 1 0,-2 1 0,-1 0 0,0-1 0,-2-1 0,-1-1 0,-1 1 0,-1 0 49,15 2 0,0-1 1,-2 2-1,-2-1 0,-5 0 94,8 0 0,-6 0 0,-2 0 0,-2 0 0,1 0 1,2 0-1,4 0-94,-14 0 0,5 0 1,1 0-1,-1 0 0,-3 0 33,3 0 0,-5 0 0,-1 0 0,1 0 0,6 0 0,8 0-82,0 0 0,6 0 0,6 0 0,7 0 73,-21 0 0,13 0 1156,-17 0-26,116 0 26,30 0 0,42 0-492,-25 0 1,8 0-165,-7 0 1,7 0 0,2 0-1,16 0 1,4 0 0,3 0-574,-17 0 0,2 0 0,2 0 0,2 0 64,-11 0 1,1 0 0,2 0-1,0 0 1,0 0-16,3 0 0,0 0 1,1 0-1,0 0 0,1 0 0,5 0 0,0 0 1,1 0-1,0 0 0,0 0 0,3 0 0,0 0 1,0 0-1,0 0 0,-1 0 0,-1 0 0,-1 0 1,0 0-1,-1 0 0,-1 0 0,-7 0 0,-1 1 1,-1-1-1,0 0 0,2-1 0,8-1 0,4-1 1,-1-1-1,-5 1 0,-10 0 137,-3 2 1,-8 0-1,0-1 387,21-3 1,1-1 0,-49 2 655,-46 4 0,-45 0 0,-37 0-492,18 0 1,-9 0-165,7 0 1,-4 0 0,-3 0-1,-9 0 1,-3 0 0,-5 0-567,9 0 0,-4 0 0,-3 0 0,-1 0 239,10 0 0,-1 0 0,-2 0 0,-1 0 0,-1 0-197,-6 0 0,-2 0 1,-1 0-1,-1 0 0,-2 0 33,10 0 0,-2 0 0,-1 0 0,-1 0 0,1 0 0,0 0 0,0 0 0,-1 0 0,1 0 0,-1 0 0,1 0 0,1 0 0,1 1 0,0-1 0,0 0 0,1 0 0,1 0 0,2-1-33,-9 0 0,0 0 1,2-1-1,3 0 0,1 0-49,-8-1 0,2 1 0,5 0 0,8-1 737,-24-2 1,15-1-300,22 2 0,32 0 791,66 4 0,49 0-492,-9 0 1,11 0-165,-8 0 1,4 0 0,5 0-83,-5 0 1,4 0 0,3 0 0,1 0-453,13 0 0,2 0 0,3 0 1,2 0 206,-13 0 0,2 0 0,1 0 0,1 0 0,1 0-164,-11 0 0,2 0 0,0 0 0,0 0 0,1 0 0,0 0 0,2 0 0,1 0 0,-1 0 0,1 0 0,0 0 0,0 0 0,0 0 0,0 0 0,0 0 0,-1 0 0,1 0 0,-2 0 0,-3 0 0,-1 0 0,0 0 0,-1 0 0,0 0 0,-1 0-33,12 0 0,-1 0 1,0 0-1,-2 0 0,-2 0-49,10 0 0,-3 0 0,-2 0 0,-1 0 294,-8 1 1,-1-1 0,-2 0 0,-3-1-49,8-1 0,-5 0 0,-2 0 491,23 1 1,-11 0 491,8-6 0,-51 7 0,-66 0 0,-23 0 0,-28 0-492,18 0 1,-5 0-1,-18 0 1,-7 0-165,10 0 1,-3 0 0,-4 0-464,-16 0 0,-4 0 1,-3 0 135,12 0 0,-2 0 0,-3 0 0,-1 0-197,8 0 0,-2 0 1,-2 0-1,-1 0 0,0 0 0,-3 0 0,1 0 1,-2 0-1,-3 0 0,-6 0 74,19 0 0,-5 0 0,-3 1 0,-3-1 0,1 0 0,1 0 0,4 0 0,4-1-74,-17 0 0,5-1 1,3 1-1,-1-1 0,-4 0 56,14 0 1,-4 1-1,-3 0 1,1 0-1,3 0 1,6-1-1,9 0-187,-25-3 0,12-2 0,8 1-164,-4-1 0,11 1 1475,-7-2-396,90 0-587,41 1 0,-6 1 0,7 0 491,20-1 1,8 0-165,-12-1 1,5 0 0,3 0-1,11-1 1,4-1 0,3 1-83,-15 0 1,2-1 0,2 0 0,2 1-492,9-1 0,3 0 0,1 0 0,0 0 49,-17 1 0,0 1 1,0-1-1,1 1 0,1 1 88,4-1 1,1 2 0,0-1 0,0 1 0,-1 0 108,-4-1 0,-1 1 0,0-1 0,-1 1 0,-1 2-246,19-1 0,-1 3 0,-1-1 0,-3 1 0,-13-1 0,-1 1 0,-2 0 0,-2 0 248,19 2 0,-3 0 1,-10 0-3,-7 0 0,-11 0 983,19 0-339,-100 0-644,-33 0 0,-30 0 491,17 0 1,-7 0-1,-15 0 1,-7 0-165,13 0 1,-5 0 0,-2 0-1,-9 0 1,-2 0 0,-4 0-574,13 0 0,-2 0 0,-2 0 0,-1 0 0,-5 0 0,-2 0 0,0 0 0,-1 0 49,15 0 0,0 0 1,0 0-1,-1 0 0,-1 0 0,-4 0 0,-1 0 1,0 0-1,0 0 0,0 0 0,-1 0 0,1 0 1,-1 0-1,1 0 0,-1 0 0,-3 0 0,0 0 1,0 0-1,0 0 0,1 0 0,2 0 0,1 0 1,0 0-1,0 0 0,-3 0 33,8 0 0,-4 0 0,0 0 0,1 0 0,2 0 0,6 0-7,-10 0 0,6 0 0,3 0 0,0 0 498,-27 0 1,3 0 0,24 0 191,23 0-519,122 0 0,45 0 0,-35 0 0,5 0 0,8 0 83,-7 0 0,8 0 0,4 0 0,0 0 0,-4 0-83,9 0 0,-3 0 0,1 0 0,0 0 0,4 0 0,1 0 0,0 0 0,-1 0 0,-4 0 0,-2 0 0,1 0 0,1 0 0,3 0 0,0 0 0,3 0 0,8 0 0,-22 0 0,5 0 0,5 0 0,2 0 0,-1 0 0,-3 0 0,-5 0 0,13 0 0,-6 0 0,-1 0 0,0 0 0,5 0 0,-2 0 0,6 0 0,1 0 0,-2 0 0,-5 0 0,-10 0 0,22 0 0,-13 0 0,-8 0 0,3 0 0,-12 0 983,11 0 0,-101 0 0,-87 0-819,46 0 0,-6 0 163,-7 0 1,-8 0 0,1 0-1,3 0 1,0 0 0,-3 0-656,-19 0 0,-4 0 0,-3 0 82,17 0 0,-1 0 0,-2 0 0,-3 0 71,8 0 1,-2 0 0,-1 0 0,-2 0 0,-1 0 174,-7 0 0,0 0 0,-2 0 0,-5 0 0,-6 0-110,25 0 1,-6 0 0,-4 0 0,-2 0-1,-1 0 1,-1 0 0,2 0 0,2 0-1,5 0-31,-8 0 1,3 0-1,3 0 1,0 0-1,0 0 1,-3 0-1,-2 0 18,-2 0 0,-4 0 0,-3 0 0,-1 0 0,1 0 0,4 0 0,5 0 0,6 0-74,-7 0 0,6 0 1,5 0-1,3 0 0,1 0-49,-5 0 0,2 0 0,4 0 0,3 0 245,-6 2 0,5 0 0,7 1 492,-1-2 1,10 3 491,-1 7 0,73-1 0,48 0-492,-10-4 1,7 1-1,27 3 1,9 2-165,-12-3 1,6 0 0,4 1-241,-9-1 1,3 0 0,3 1 0,2 0-88,-8-2 0,1 1 0,3-1 0,1 1 0,1-2-164,-5 0 0,1-1 0,1-1 0,1 1 0,1-1 0,1 1 0,2-1 0,2 1 0,0-1 0,0 1 0,2-1 0,-1 1 0,4-1 0,1 1 0,1 0 0,0-1 0,-1 1 0,-1 0 0,-3 0 0,-1 0 0,-1 0 0,1 0 0,-2 0 0,0 0 0,-4 0 0,0 0 0,-1 0 0,0 0 0,-2-1 0,-2 1-33,7 1 0,-2-1 1,-1 1-1,-3-1 0,-1-1 194,6 0 1,-1 0 0,-4 0 0,-8-1 2,24 1 0,-14 0 491,-21-1 1,-29-1 491,-47-3 0,-34 0 0,-43-6-492,29 2 1,-5 0-1,-19-3 1,-4-1-1,-4 1 1,-3-1-165,23 3 1,-1-1 0,-2 1-1,-2-1 1,0 1 0,-3-1-275,-5 0 0,-2 0 0,-1 1-53,-3 2 0,-1 0 0,0 0-328,0-2 0,0-1 0,1 1 0,3 2 0,0 0 0,3 0 0,9-2 0,1-1 0,3 1 122,-21-3 1,9 1 205,-11-5 983,49 5 0,64 4 0,30 3 0,30 0-626,-25 0 0,4 0 134,5 0 1,3 0-1,3 0 1,0 0-1,0 0 1,0 0-223,-2 0 1,-5 0-270,20 0 0,-24 0 0,-49-4 0,-13 3 0,-14-2 0,-1 3 0,1 0 0,10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8:47.642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0 283 24575,'5'-8'0,"0"4"0,1 2 0,0 2 0,3 0 0,-4-2 0,2 1 0,0-1 0,-2 2 0,2-2 0,-3 0 0,1-1 0,-1-1 0,1 3 0,0-3 0,-1 4 0,1-4 0,-1 3 0,1-3 0,-1 2 0,1-1 0,-1 1 0,1 2 0,-1 0 0,1 0 0,2-4 0,-2 0 0,2 0 0,0-1 0,-2 5 0,2-3 0,-3 3 0,1 0 0,-1 0 0,1 0 0,-1 0 0,3-2 0,-2 2 0,2-3 0,-2 3 0,-1 0 0,1 0 0,-1-2 0,1 2 0,-1-4 0,1 3 0,2-1 0,-2 2 0,2 0 0,-3 0 0,1-2 0,-1 2 0,1-2 0,2 2 0,-2-2 0,2 1 0,-2-1 0,-1 2 0,3-4 0,-2 2 0,2-2 0,-2 2 0,-1 1 0,1-3 0,-1 4 0,1-2 0,-1 0 0,1 1 0,4-1 0,-3 0 0,6 2 0,-7-2 0,2 2 0,0-3 0,-2 3 0,5-5 0,-5 5 0,2-2 0,0 2 0,-2 0 0,2 0 0,-3 0 0,1 0 0,-1 0 0,1 0 0,-1 0 0,3 0 0,-2-2 0,2 1 0,-2-3 0,-1 3 0,1-1 0,-1 2 0,1 0 0,-1 0 0,1 0 0,-1 0 0,1-2 0,-1 2 0,1-2 0,-1 2 0,3 0 0,-2 0 0,2 0 0,-2 0 0,2 0 0,-2 0 0,2 0 0,0 0 0,-2 0 0,2 0 0,0 0 0,-2 0 0,4 0 0,-4 0 0,2 0 0,-2 0 0,2 0 0,-2-2 0,4 1 0,-4-1 0,5 0 0,-5 1 0,2-1 0,-3 2 0,1 0 0,2-2 0,-2 1 0,2-1 0,0 2 0,-2 0 0,2 0 0,-3 0 0,1 0 0,-1 0 0,1 0 0,4 0 0,-3 0 0,4-2 0,-6 2 0,3-2 0,-2 2 0,2 0 0,-2 0 0,-1 0 0,1 0 0,2-3 0,0 3 0,0-5 0,0 5 0,0-4 0,-2 3 0,2-1 0,-3 2 0,6-3 0,-4 3 0,6-3 0,-2 1 0,-2-1 0,7-2 0,-9 2 0,4 1 0,-6 2 0,1 0 0,4-2 0,-3-1 0,4 0 0,-6 1 0,1 2 0,2-2 0,-2 1 0,4-1 0,-4 2 0,7-2 0,-6-1 0,4 0 0,-6 1 0,1 0 0,-1 1 0,1-1 0,-1 2 0,1 0 0,-1 0 0,1 0 0,-1 0 0,3-2 0,-1 0 0,0-1 0,-1 1 0,-1 2 0,1-2 0,0-1 0,-1 1 0,1 0 0,-1-3 0,1 4 0,0-5 0,-1 5 0,1-3 0,-1 1 0,1 1 0,1-2 0,-1 3 0,2-3 0,-5 4 0,0-2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8:55.162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684 191 24575,'0'7'0,"0"0"0,0-3 0,0 1 0,0-1 0,0 1 0,0-1 0,0 1 0,0-1 0,0 1 0,2-1 0,0 1 0,3-3 0,-1 0 0,1-2 0,-1 0 0,1 0 0,-1 2 0,1-1 0,5 1 0,-5-2 0,5 0 0,-5 0 0,-1 0 0,1 0 0,4 0 0,-4 0 0,4 0 0,-4 0 0,-1 0 0,3 0 0,-2 0 0,2 0 0,-2 0 0,-1 0 0,1 0 0,-1 0 0,1 0 0,-1 0 0,1 0 0,-1 0 0,1 0 0,-1 0 0,1 0 0,2 0 0,-2 0 0,2 0 0,-3 0 0,3 0 0,-2 0 0,2 0 0,-2 0 0,5 0 0,-5 0 0,5 0 0,-5 0 0,1-2 0,0 1 0,0-3 0,-1 3 0,0-3 0,-1 2 0,1-3 0,-1 1 0,1-1 0,-1 0 0,1 1 0,-1-1 0,1 1 0,-1-1 0,1 0 0,-1 1 0,1-1 0,-1 1 0,1-1 0,-3 0 0,0-2 0,0 4 0,3-6 0,0 6 0,0-6 0,-3 4 0,-2-2 0,3 0 0,-3 1 0,2-1 0,-2 3 0,0-1 0,0 1 0,0-1 0,0 0 0,0 1 0,0-1 0,0 1 0,0-1 0,0-2 0,0 2 0,0-2 0,0 2 0,0 1 0,0-1 0,0 0 0,0 1 0,3-3 0,-3 2 0,2-2 0,-2 2 0,0 0 0,0 1 0,0 3 0,-2 4 0,-1 2 0,1 2 0,0-2 0,2-1 0,-2 1 0,-1-1 0,-2 1 0,3-1 0,-2 1 0,3-1 0,-1 3 0,0-2 0,2 2 0,-4-2 0,3-1 0,-1 1 0,0 2 0,-1-2 0,-2 2 0,3-3 0,0 1 0,0 0 0,1-1 0,-1 1 0,0-1 0,0 1 0,-3-1 0,2 1 0,1-1 0,2 1 0,-2-3 0,0 2 0,-1-1 0,-1 1 0,2 1 0,-3-1 0,0 1 0,1-1 0,-1 1 0,1-1 0,-1 1 0,0-1 0,1 3 0,-1-1 0,0 0 0,-2-1 0,0 0 0,-1-2 0,1-1 0,2-2 0,1 0 0,-1 0 0,1 2 0,-1-2 0,1 2 0,-1-2 0,0 0 0,1 0 0,-1 0 0,1 0 0,-1 0 0,0 0 0,1 0 0,-1 0 0,1 0 0,-1 0 0,0 0 0,1 0 0,-1 0 0,1 0 0,-1 0 0,-2 0 0,2 0 0,-2 0 0,2 0 0,1 0 0,-1 0 0,0 0 0,1 0 0,-1 0 0,1 0 0,-1 2 0,0-1 0,1 1 0,-1-2 0,1 0 0,-1 0 0,0 0 0,1 0 0,-1 0 0,1 0 0,-1 0 0,0 0 0,1-2 0,-1 1 0,1-3 0,-1 2 0,0-1 0,-2 1 0,2 2 0,-2 0 0,3 0 0,-1 0 0,0-2 0,1 2 0,-1-2 0,1 2 0,-3-3 0,2 3 0,-2-2 0,2 2 0,0-3 0,1 3 0,-1-2 0,1 2 0,-1 0 0,0 0 0,1 0 0,-1 0 0,1 0 0,-1 0 0,0 0 0,1 0 0,-1 0 0,1 0 0,-1 0 0,0 0 0,1 0 0,-1 0 0,-2 0 0,2 0 0,-2 0 0,2 0 0,1 0 0,-1 0 0,1 0 0,-1 0 0,0 0 0,1 0 0,-1 0 0,1 0 0,-1 0 0,0 0 0,1 0 0,-1 0 0,1 0 0,-1 0 0,0 0 0,1 0 0,-1 0 0,1 0 0,-1 0 0,0 0 0,1 0 0,-1 0 0,1 2 0,-1-2 0,-2 2 0,2-2 0,-4 0 0,1 3 0,0-3 0,1 2 0,3-2 0,-1 0 0,-2 3 0,2-3 0,-2 2 0,2 0 0,1-1 0,-1 1 0,1 0 0,-1 0 0,0 1 0,1 1 0,-1-4 0,1 4 0,-1-3 0,0 3 0,1-4 0,-1 5 0,1-5 0,-1 4 0,0-3 0,1 1 0,1 0 0,-1-2 0,2 4 0,-3-3 0,0 1 0,1-2 0,-1 0 0,1 0 0,-1 0 0,0 0 0,1 0 0,-1 0 0,1 0 0,-1 0 0,0 0 0,1 2 0,-1-2 0,1 2 0,-1-2 0,0 0 0,1 0 0,-1 0 0,1 0 0,-1 0 0,-5 2 0,5-1 0,-5 1 0,3-2 0,2 0 0,-2 2 0,2-1 0,0 1 0,1-2 0,-1 0 0,1 0 0,-1 0 0,0 0 0,-4 2 0,3-1 0,-4 1 0,6-2 0,-6 3 0,6-3 0,-3 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9:10.34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0 695 24575,'7'-2'0,"0"-3"0,-3 3 0,1-1 0,-1-1 0,1 2 0,-1-1 0,-1-1 0,1 4 0,-2-5 0,3 3 0,0-1 0,-1-1 0,1 4 0,-1-2 0,3-1 0,-2 1 0,2-1 0,-2-1 0,-1 4 0,3-5 0,1 5 0,-1-5 0,0 3 0,-2-1 0,-1 1 0,1 0 0,-1 2 0,1-2 0,2-1 0,-2 3 0,2-2 0,-3 0 0,3-1 0,-2 0 0,2-1 0,-2 3 0,-1-1 0,1 2 0,-1 0 0,1-2 0,-1 2 0,1-2 0,-1 2 0,1 0 0,-1 0 0,1 0 0,4-3 0,-3 3 0,4-3 0,-6 1 0,1 0 0,-1-1 0,1 1 0,0 0 0,-1 2 0,3-5 0,-2 5 0,2-2 0,-2 0 0,-1-1 0,3-2 0,-2 3 0,2-1 0,-2 1 0,-1 0 0,1-1 0,-1-1 0,3 1 0,-2 1 0,2-2 0,-2 1 0,-1-2 0,1 3 0,-1-2 0,1 3 0,-1-1 0,3-2 0,2 1 0,-1-4 0,1 4 0,0-1 0,-3 3 0,6-6 0,-7 6 0,2-3 0,-2 2 0,-1 1 0,3-3 0,-2 3 0,2-3 0,-2 3 0,4-5 0,-3 4 0,4-2 0,-3 1 0,-2 1 0,2-1 0,-3-1 0,5 1 0,-3 1 0,3-3 0,-2 5 0,-2-2 0,4 0 0,-4-1 0,2 0 0,-2-1 0,-1 4 0,6-5 0,-4 5 0,6-5 0,-7 4 0,2-1 0,0 0 0,-2 1 0,2-3 0,3 4 0,-5-5 0,5 5 0,-5-4 0,-1 3 0,1-1 0,-1 0 0,1 2 0,-1-4 0,1 3 0,-1-1 0,1 2 0,-1-2 0,3-1 0,-2 1 0,2-1 0,0 1 0,-2 2 0,1-2 0,-1 0 0,-1 1 0,1-1 0,-1 2 0,1 0 0,-1 0 0,-1-2 0,1 0 0,-2-1 0,3 1 0,0 0 0,-1 2 0,1-5 0,-1 5 0,1-2 0,2-3 0,-2 4 0,2-3 0,-3 2 0,1 1 0,-1-1 0,6-2 0,-4 2 0,3-4 0,-4 3 0,-1 0 0,1-1 0,2 2 0,-2-1 0,4-1 0,-1 1 0,-1 0 0,0-1 0,-2 3 0,2-3 0,-2 1 0,2-2 0,-3 3 0,1 0 0,-1 2 0,1 0 0,0-7 0,-1 5 0,6-10 0,-2 7 0,1 0 0,-2-2 0,0 4 0,-2 1 0,4-3 0,-4 3 0,2-3 0,-2 2 0,-1-1 0,-1 2 0,1-1 0,-1 1 0,3 0 0,0-1 0,0 0 0,-1 1 0,2 0 0,-2 2 0,2-3 0,-3 3 0,1-2 0,0 2 0,-1-2 0,1 2 0,-1-2 0,3-1 0,1-2 0,-1 0 0,0 3 0,-2-5 0,1 4 0,2-2 0,-1 3 0,0 0 0,-3-1 0,1 1 0,0-2 0,-1 3 0,1-3 0,-1 2 0,1-3 0,-1 2 0,1 1 0,2 2 0,-2 0 0,2 0 0,-3-2 0,1 2 0,-1-4 0,1 3 0,-1-3 0,1 2 0,2-3 0,-2 2 0,4-1 0,-4 3 0,2-1 0,-2 0 0,-1 1 0,5-3 0,-3 1 0,3 1 0,-2-3 0,-2 5 0,7-7 0,-6 4 0,3-3 0,-2 0 0,-2 5 0,5-6 0,-5 5 0,2-1 0,-3-1 0,1 1 0,-1 1 0,3-3 0,-2 3 0,1-1 0,-1 1 0,-1 0 0,1 2 0,-1-4 0,1 3 0,-1-1 0,1 2 0,0-2 0,-1 2 0,1-2 0,-3 0 0,2 1 0,-1-1 0,6 0 0,-3 1 0,2-1 0,-6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9:15.49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0 782 24575,'10'-6'0,"5"1"0,-6 2 0,2-1 0,-4 1 0,10-6 0,-5 5 0,5-5 0,-8 6 0,-1 0 0,-1-3 0,0 4 0,1-4 0,-3 5 0,4-3 0,-4 3 0,4-1 0,-3 0 0,0 1 0,3-3 0,-1 4 0,2-5 0,-3 5 0,-3-4 0,1 3 0,-1-1 0,3 0 0,-2-1 0,2 1 0,3-3 0,-4 2 0,3 1 0,-4 0 0,-2-1 0,1 3 0,-2-2 0,3 0 0,-1-1 0,1-1 0,-1 1 0,3-1 0,-2 3 0,5-3 0,-5 3 0,4-3 0,-4 3 0,7-6 0,-6 6 0,9-8 0,-9 7 0,3-4 0,-4 3 0,2-2 0,-2 3 0,4-3 0,-1 5 0,4-7 0,-4 5 0,2-4 0,2 3 0,-6 0 0,8 1 0,-6-3 0,-1 4 0,2-6 0,-3 5 0,1-1 0,-3 1 0,1 0 0,-1 1 0,1-3 0,-1 4 0,3-4 0,-2 1 0,4-2 0,-1 0 0,-1 3 0,2-5 0,-4 6 0,2-6 0,-4 5 0,1-3 0,-2 1 0,3 1 0,-1-1 0,1 4 0,-1-4 0,1 3 0,-1-1 0,1 0 0,-1 1 0,3-3 0,-2 4 0,2-5 0,-2 5 0,2-5 0,-2 3 0,2-3 0,0 0 0,-2 3 0,4-3 0,-4 3 0,5-3 0,-5 2 0,4-4 0,-4 4 0,4-2 0,-3 3 0,3-2 0,-4 3 0,4-6 0,-4 4 0,7-2 0,-6 1 0,4 1 0,-6-1 0,1 3 0,-1-3 0,1 3 0,0-1 0,-1 0 0,3 0 0,-2-3 0,1 3 0,4-5 0,-4 6 0,6-6 0,-7 6 0,2-1 0,-3 0 0,3-1 0,-2 0 0,7 1 0,-6 0 0,4 2 0,-6-4 0,1 1 0,-1 0 0,1 1 0,-1 0 0,1 2 0,2-4 0,-2 3 0,4-3 0,-4 1 0,2 0 0,-2 1 0,-1 0 0,1 2 0,-1-2 0,1 2 0,-1 0 0,1-2 0,0-1 0,4 0 0,-3-1 0,4 4 0,-3-4 0,-2 1 0,4-2 0,-4 2 0,4-1 0,2-1 0,-3 1 0,2-3 0,-6 7 0,3-4 0,-2 3 0,1-3 0,-1 2 0,4-3 0,-3 2 0,9-2 0,-9 5 0,3-3 0,-4 3 0,2 0 0,0-2 0,1-1 0,-1 1 0,2-5 0,-3 6 0,9-9 0,-9 9 0,6-6 0,-7 6 0,4-3 0,-4 3 0,5-5 0,-1 2 0,-1-1 0,4 3 0,-7 2 0,7 0 0,-6-2 0,3-1 0,-4 1 0,-1 0 0,1 2 0,-1 0 0,1-2 0,-1 1 0,1-1 0,-1 0 0,1 2 0,-1-2 0,1 0 0,-1 1 0,3-3 0,-1 3 0,3-5 0,-4 2 0,2-1 0,-3 3 0,1 0 0,-1 2 0,6-5 0,-4 5 0,9-5 0,-10 4 0,5-3 0,-5 3 0,2-3 0,-2 2 0,2-1 0,-3-1 0,1 3 0,2-3 0,-2 1 0,2 1 0,-3 0 0,3-1 0,-2 1 0,7-3 0,-7 2 0,6-1 0,-5 1 0,1 0 0,-3-1 0,1 4 0,2-5 0,-2 5 0,2-4 0,-3 3 0,6-3 0,-4 1 0,3 0 0,-4 1 0,-1 0 0,1 1 0,-1-1 0,1 0 0,-1 2 0,1-2 0,4-1 0,-3 1 0,4-1 0,-5-4 0,-1 6 0,3-3 0,-2 2 0,2 1 0,0-3 0,1 3 0,-1-1 0,0 2 0,-2 0 0,2 0 0,-2 0 0,4-2 0,-4 1 0,5-1 0,-3 2 0,1 0 0,-1 0 0,0 0 0,2 0 0,-1 0 0,3 0 0,0 0 0,-3 0 0,1 0 0,-2 0 0,4 0 0,-1 0 0,6 0 0,-6 0 0,6 0 0,-3 0 0,0 0 0,-2 0 0,-2-2 0,-4 1 0,4-1 0,-4 2 0,1 0 0,-1 0 0,-1 0 0,-1 0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9:21.90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1 895 24575,'4'-5'0,"1"-1"0,2 3 0,-2 1 0,7-1 0,1 1 0,-2 1 0,3-1 0,-8 0 0,6-1 0,-4 0 0,2-1 0,-3 3 0,-2-3 0,1 4 0,0-4 0,0 1 0,3-1 0,-3 1 0,5-1 0,-5 3 0,0-3 0,-1 3 0,-1-1 0,1 2 0,0 0 0,-1-2 0,1 2 0,1-5 0,0 3 0,1-1 0,2-1 0,-3 1 0,4 0 0,-6 1 0,1 2 0,-1-2 0,6-1 0,-4 1 0,3-3 0,-4 5 0,-1-2 0,1 2 0,-1 0 0,3-3 0,-2 3 0,2-3 0,-2 3 0,2-2 0,-2 2 0,7-5 0,-6 4 0,3-1 0,-4 2 0,-1 0 0,3 0 0,-1 0 0,0 0 0,-1 0 0,-1 0 0,3-2 0,1 1 0,-1-1 0,0 2 0,2 0 0,-3 0 0,6 0 0,-7-2 0,2-1 0,-2 1 0,4-3 0,-3 5 0,4-3 0,-3 3 0,-2-2 0,2 2 0,-3-2 0,1 2 0,4-2 0,-4 1 0,7-3 0,-7 3 0,2-1 0,2 2 0,-3-2 0,4-1 0,-6 1 0,1 0 0,-1 0 0,1 1 0,-1-1 0,1 2 0,-1-2 0,1-1 0,2 1 0,-2-2 0,2 1 0,-3 1 0,1 0 0,-1 2 0,1-2 0,-1 1 0,1-3 0,0 3 0,-1-1 0,1 0 0,2 0 0,-2-3 0,2 0 0,-3 3 0,1-2 0,-3 1 0,5-2 0,-4 3 0,4-3 0,-3 5 0,6-10 0,-1 6 0,1-4 0,-3 3 0,-2 5 0,-1-2 0,3-3 0,-2 4 0,2-3 0,-2-1 0,0 4 0,2-8 0,-2 8 0,2-5 0,-3 5 0,1-3 0,-1 4 0,3-5 0,-2 3 0,2-1 0,-2 1 0,-1 2 0,3-2 0,-2 1 0,2-3 0,-2 4 0,-1-3 0,1 3 0,-1 0 0,1 0 0,-1 0 0,1 0 0,-1-2 0,1 2 0,2-2 0,-2 2 0,4-2 0,-4 1 0,5-1 0,-5 2 0,4-5 0,-4 4 0,2-5 0,-2 5 0,-1-1 0,1 2 0,-1-2 0,3 2 0,-2-4 0,5 1 0,0-2 0,-2 2 0,2 1 0,-3 2 0,-2 0 0,4 0 0,-4 0 0,5-3 0,-5 3 0,4-5 0,-4 5 0,2-2 0,-4 0 0,6 1 0,-5-3 0,5 3 0,-4-3 0,-1 4 0,3-2 0,-2 0 0,2 1 0,-2-1 0,2 0 0,-2 1 0,4-3 0,-4 3 0,2-3 0,-2 1 0,-1 1 0,1 0 0,2 0 0,-2 1 0,2-3 0,-3 3 0,3-5 0,3 3 0,-2-4 0,1 4 0,-4 1 0,-1 0 0,1 2 0,5-5 0,-5 4 0,5-1 0,0 0 0,-5 1 0,8-4 0,-8 5 0,2-2 0,-1-1 0,0 3 0,5-4 0,-5 3 0,2-1 0,-1-2 0,-1 0 0,0-1 0,4 3 0,-4 2 0,4-2 0,-6 2 0,1-2 0,4-1 0,-3 3 0,4-3 0,-6 3 0,3 0 0,3-2 0,-1-1 0,0 0 0,-4 1 0,-1 0 0,1 2 0,-1-4 0,1 1 0,-1 1 0,1-2 0,-1 1 0,1 1 0,-1-3 0,1 5 0,2-4 0,-2 1 0,2-2 0,-3 3 0,1 0 0,0 0 0,-1 1 0,1-3 0,-1 3 0,1-3 0,-1 4 0,1-2 0,-1 0 0,6-3 0,-4-1 0,3 1 0,-4 3 0,-1 0 0,1 1 0,-1-3 0,6 1 0,-4-1 0,3 1 0,-2 1 0,-1 0 0,3-1 0,-4 0 0,2 1 0,-3 2 0,8-2 0,-3 1 0,3-1 0,0-1 0,-6 1 0,9-4 0,-10 2 0,8 1 0,-8 1 0,4 2 0,-4 0 0,2 0 0,0-3 0,-2 3 0,2-2 0,0 2 0,-2-2 0,2 1 0,5-1 0,-4 2 0,5 0 0,-1-2 0,-7 1 0,7-1 0,-6 2 0,3-3 0,-2 3 0,1-2 0,-1 2 0,-3 0 0,3-5 0,-2 4 0,5-3 0,-3 1 0,1 3 0,1-2 0,-2 0 0,1 1 0,-2-1 0,-1 2 0,2-2 0,-2 1 0,2-1 0,-3 2 0,3-2 0,-2 1 0,2-1 0,-2 2 0,2-4 0,-2 2 0,2-2 0,0 2 0,-2 1 0,2-1 0,-3 2 0,1-2 0,-1 1 0,3-5 0,-2 5 0,7-6 0,-6 6 0,6-3 0,-7 3 0,2-1 0,2-3 0,-3 4 0,4-4 0,0 3 0,-5 1 0,5-1 0,0-1 0,-5 1 0,5-1 0,-3 1 0,-2 0 0,4 1 0,4-8 0,-4 7 0,6-8 0,-10 9 0,7-3 0,-6 3 0,3-1 0,-4 2 0,-1 0 0,1 0 0,-1 0 0,1 0 0,2-3 0,-2 3 0,2-5 0,-3 5 0,1-2 0,-1 2 0,1 0 0,-1 0 0,1 0 0,-1 0 0,1 0 0,-1 0 0,1 0 0,-1 0 0,1 0 0,0 0 0,-1 0 0,1 0 0,2 0 0,-2 0 0,2 0 0,-1 0 0,0 0 0,6-2 0,-7 1 0,5-1 0,0 2 0,-4 0 0,6 0 0,1-3 0,1 2 0,7-1 0,-9 2 0,4-3 0,-10 3 0,4-3 0,-6 3 0,1 0 0,-1-2 0,1 2 0,7-6 0,-5 3 0,6-4 0,-9 4 0,3-1 0,-2 2 0,2-3 0,-2 2 0,1-3 0,0 5 0,0-4 0,-1 5 0,0 0 0,-1-4 0,1 3 0,0-4 0,-1 5 0,3-2 0,-2 1 0,2-3 0,-2 4 0,-1-4 0,3 1 0,1-2 0,-1 2 0,0-1 0,-5 3 0,0-1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9:27.84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1 753 24575,'9'-3'0,"5"-1"0,-8 1 0,6-2 0,-7 0 0,4 0 0,-4 3 0,4-5 0,-4 6 0,2-3 0,-3 4 0,1-2 0,-1 1 0,1-1 0,-1 0 0,1 2 0,-1-2 0,1 0 0,5-1 0,-5 0 0,10-2 0,-9 5 0,4-3 0,-6 3 0,1 0 0,-1 0 0,3-4 0,-2 3 0,2-4 0,0 5 0,-2 0 0,2 0 0,-2 0 0,-1 0 0,1 0 0,-1 0 0,1 0 0,-1 0 0,3-2 0,-2 1 0,2-1 0,0 2 0,-2-2 0,2 2 0,0-2 0,-2 2 0,1 0 0,-1-3 0,-1 3 0,1-2 0,-1 0 0,1 1 0,5-3 0,-5 3 0,7-3 0,-6 3 0,3-1 0,-4 2 0,7 0 0,-6 0 0,3-2 0,-4 1 0,5-5 0,-5 4 0,5-2 0,-5 4 0,4-3 0,4-2 0,-1 1 0,-1-1 0,-1 3 0,-4 1 0,9-6 0,-10 6 0,10-6 0,-9 4 0,4 0 0,-3-6 0,-2 7 0,2-7 0,0 9 0,-2-4 0,5 1 0,-5-2 0,7-2 0,-6 1 0,10-4 0,-7 5 0,3-5 0,-5 7 0,-2-4 0,2 2 0,-2 0 0,2 0 0,-2 3 0,2-2 0,-2 1 0,2-4 0,-3 4 0,1-1 0,-1 3 0,1-3 0,-1 2 0,3-5 0,-2 4 0,1-3 0,-1 3 0,-1 1 0,1-2 0,-1 3 0,1-3 0,-1 2 0,1-1 0,0 1 0,-1 0 0,1 1 0,-1-3 0,3 2 0,-2-1 0,4-1 0,-3-1 0,1 1 0,-3 0 0,1 2 0,0-1 0,-1 1 0,1-2 0,-1 3 0,1-1 0,2 0 0,-2 1 0,7-6 0,-4 6 0,2-4 0,-3 5 0,-2-2 0,-1 2 0,1-2 0,-1 2 0,6-3 0,-4 3 0,3-3 0,-4 1 0,-1 2 0,1-4 0,2 1 0,-2 0 0,2 1 0,0 2 0,-2 0 0,2-2 0,-3 1 0,1-1 0,-1 0 0,1 2 0,5-5 0,-5 5 0,5-3 0,-6 1 0,1 2 0,0-2 0,-1 2 0,1-2 0,-1 1 0,1-1 0,-1 2 0,1-2 0,-1 0 0,1-1 0,-1 1 0,3 0 0,-4-1 0,4 0 0,-5 1 0,3 2 0,-1 0 0,1-2 0,-1 2 0,1-4 0,-1 3 0,1-3 0,-1 4 0,6-2 0,-4 2 0,4-2 0,-6 1 0,3-3 0,-2 3 0,4-1 0,-3 0 0,0 1 0,1-1 0,-2 0 0,2 2 0,-2-2 0,-1 0 0,1 1 0,0-3 0,-17 6 0,7-1 0,-12 2 0,6 3 0,5-3 0,-3 1 0,5-2 0,-1-2 0,1 0 0,-1 2 0,0-1 0,1 1 0,-1 0 0,-5-2 0,5 4 0,-5-3 0,5 1 0,1 0 0,-1-1 0,0 1 0,5-7 0,1 2 0,3-4 0,1 2 0,-1 1 0,1-1 0,-1 3 0,1-3 0,-1 5 0,3-4 0,-1 3 0,6-3 0,-7 3 0,5-1 0,-5-1 0,-1 3 0,1-2 0,-1 2 0,1-2 0,-1-1 0,1 1 0,-1 0 0,1 2 0,4-3 0,-3 3 0,4-5 0,-6 5 0,1-2 0,-1 0 0,1-1 0,-1 1 0,1 0 0,-1 2 0,1 0 0,0 0 0,-1 0 0,1-3 0,-1 3 0,1-2 0,2 0 0,-2 1 0,4-1 0,-6 0 0,6 1 0,-6-1 0,4 2 0,-3 0 0,1-2 0,0 2 0,1-5 0,0 5 0,3-2 0,-4 2 0,2-2 0,-1 1 0,0-1 0,2 0 0,-2 1 0,3-3 0,-4 3 0,2-1 0,0 2 0,-2-2 0,4 1 0,-4-1 0,1 2 0,-1-2 0,0 2 0,-1-2 0,1-3 0,-1 4 0,1-3 0,0 4 0,-1-2 0,1 1 0,-1-1 0,3 0 0,-2 1 0,5-3 0,-5 3 0,2-1 0,-3 0 0,1 2 0,-1-2 0,1 0 0,-1 1 0,1-3 0,-1 1 0,3-1 0,-2-1 0,0 0 0,2 0 0,-4 1 0,4-1 0,0 2 0,-2-1 0,2 2 0,0-1 0,-2-1 0,2 2 0,-3-1 0,1-1 0,4-1 0,-4 2 0,4-2 0,-2-2 0,-1 3 0,1-5 0,-3 4 0,1 0 0,-1 3 0,1 0 0,2-3 0,-2 2 0,2-2 0,0 3 0,-2 0 0,2 2 0,-3-4 0,1 3 0,2-3 0,-2 1 0,4-2 0,-4 3 0,2-1 0,-4 3 0,-1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9:32.15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1 776 24575,'7'-5'0,"0"0"0,3-2 0,-4 3 0,6-5 0,2 4 0,-5-3 0,5 3 0,-10 3 0,1 0 0,2-1 0,-2-1 0,7 1 0,-6 1 0,3 2 0,-4 0 0,2-2 0,-2 1 0,2-1 0,-1 0 0,-1 1 0,4-3 0,-4 3 0,5-3 0,-5 3 0,2-1 0,-3 2 0,3-2 0,-2 1 0,2-1 0,-2 0 0,2 2 0,-2-4 0,2 3 0,0-5 0,-2 2 0,7-3 0,-2 2 0,1 0 0,-2 2 0,-2-1 0,-2 4 0,2-5 0,-3 3 0,1-3 0,-1 3 0,3-3 0,-2 3 0,2-1 0,-2-1 0,-1 1 0,1 1 0,-1-2 0,1 3 0,-1-3 0,3 2 0,0-3 0,1 0 0,-2 0 0,-1 1 0,-1-1 0,3-2 0,-2 2 0,2-1 0,-5 1 0,0 1 0,0-1 0,1 0 0,1 1 0,3-1 0,-2 0 0,2 3 0,-2 0 0,-1-1 0,3 1 0,-2-3 0,2 2 0,-2 1 0,-1 2 0,3-4 0,-2 1 0,2-4 0,-2 4 0,-1-1 0,1 4 0,-1-5 0,1 5 0,2-4 0,-2 3 0,2-1 0,-3 2 0,1-2 0,-1 1 0,1-1 0,2 0 0,0-1 0,1 0 0,-1-1 0,-3 4 0,1-4 0,-1 3 0,1-3 0,-1 1 0,1 1 0,-1 0 0,1 2 0,0-5 0,-1 4 0,1-3 0,2 4 0,-2-2 0,2 1 0,-3-1 0,1 0 0,-1 2 0,3-5 0,-2 5 0,2-4 0,-2 3 0,-1-1 0,1 0 0,-1 1 0,1-1 0,0 2 0,-1 0 0,3-2 0,-2 2 0,4-5 0,-3 5 0,0-5 0,1 5 0,-1-4 0,0 1 0,-1 1 0,-1 0 0,1 2 0,0-2 0,-1 1 0,1-1 0,-1 2 0,1 0 0,2-2 0,-2 1 0,4-3 0,-2 3 0,3-3 0,-3 1 0,0 0 0,-2-1 0,-1 4 0,6-5 0,-4 5 0,1-5 0,-3 3 0,-1-1 0,1-1 0,1 1 0,-1 1 0,1 0 0,-1 2 0,1-2 0,-1-1 0,1 1 0,2-3 0,-2 5 0,2-2 0,-3 0 0,1 1 0,-1-3 0,1 4 0,2-7 0,-2 6 0,7-6 0,-8 4 0,10-2 0,-10 0 0,6 3 0,-6-1 0,1 1 0,-1 2 0,3-4 0,-2 1 0,2 0 0,-2-1 0,-1 2 0,1-1 0,-1 1 0,3-2 0,-2 3 0,2-4 0,-2 5 0,-1-2 0,1-1 0,2-1 0,-2 1 0,2 1 0,2-1 0,-3 1 0,4-3 0,-6 2 0,1 1 0,2 2 0,-2 0 0,7-2 0,-6 1 0,8-6 0,-8 6 0,9-6 0,-2 4 0,-2 0 0,6-4 0,-11 5 0,6-2 0,-7 2 0,7 1 0,-1-3 0,0 3 0,4-4 0,-9 5 0,8-5 0,-5 4 0,1-1 0,-1 0 0,-4 1 0,2-1 0,-2 2 0,-1-2 0,1 1 0,-1-1 0,1 0 0,-1 2 0,3-5 0,-2 3 0,2-1 0,-2-3 0,0 4 0,-1-2 0,6-1 0,-4 4 0,3-4 0,1 3 0,-4 1 0,6-3 0,-7 1 0,2 0 0,-3 1 0,1 0 0,0 2 0,-1-4 0,1 3 0,-1-3 0,1 3 0,-1-1 0,1 0 0,-1 2 0,1-2 0,-1 0 0,1-1 0,-1 1 0,3-3 0,-2 5 0,2-2 0,-2 2 0,-1-2 0,1 1 0,-1-1 0,1 0 0,-1-1 0,1 1 0,-1 0 0,1 0 0,-1 1 0,3-1 0,-1 0 0,0 2 0,1-2 0,-1 0 0,0 1 0,-1-1 0,2 2 0,-2-2 0,2 1 0,-3-1 0,1 2 0,-3-2 0,5 0 0,-4-1 0,6-1 0,-4 3 0,2-3 0,-2 1 0,-1 1 0,3 0 0,1 2 0,-1 0 0,0-2 0,-2 1 0,-1-3 0,1 3 0,-1-1 0,1 2 0,-1 0 0,-1 0 0,-1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9:37.04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1 717 24575,'18'-3'0,"-6"3"0,-2-3 0,-1 1 0,-3 1 0,16-1 0,-12 2 0,12 0 0,-8-2 0,8-2 0,-7 1 0,4 1 0,-6-1 0,-1 3 0,-1-5 0,-2 5 0,-4-2 0,-1-1 0,1 3 0,-1-4 0,1 3 0,-1-3 0,3 4 0,-2-4 0,2 1 0,-2 1 0,-1-3 0,1 5 0,-1-4 0,1 1 0,-1 1 0,3-3 0,-2 3 0,2-3 0,-2 3 0,2-3 0,-2 5 0,4-5 0,-4 5 0,9-7 0,-5 4 0,3-2 0,-5 2 0,-1 1 0,0 2 0,3-5 0,-4 5 0,4-7 0,-2 4 0,1-2 0,1 1 0,-4 3 0,2-3 0,-3 1 0,1 1 0,-1-2 0,1 3 0,0-3 0,1 1 0,2-1 0,-1-1 0,0 2 0,-2-1 0,-1 3 0,3-1 0,-2 0 0,2 0 0,-2-1 0,5-1 0,-5 1 0,5-2 0,-5 3 0,1-3 0,0 3 0,1-1 0,-3-1 0,1 3 0,-1-1 0,1 0 0,2 0 0,-4-3 0,5 0 0,-4 0 0,8-2 0,-7 4 0,5-4 0,-5 6 0,-1-1 0,1 0 0,-1 2 0,1-2 0,-1 0 0,1 1 0,4-5 0,-1 0 0,1-2 0,1 1 0,-5 3 0,4-1 0,-4 0 0,2 0 0,-2 1 0,-1 1 0,1-1 0,4 1 0,-3 0 0,4-1 0,-6 3 0,1-1 0,5-5 0,-4 3 0,4-4 0,-6 6 0,6-1 0,-4 1 0,4-1 0,-4-2 0,0 3 0,1-1 0,-3-1 0,1 3 0,1-1 0,0 2 0,1-2 0,-3 2 0,1-2 0,-1 0 0,-1-1 0,3-2 0,-3 1 0,4 1 0,-2 1 0,-1 2 0,3-2 0,-2 1 0,2-3 0,-2 3 0,-1-3 0,1 4 0,-1-2 0,1 2 0,-1-2 0,3 1 0,-2-3 0,5 4 0,-5-3 0,2 3 0,2-6 0,-3 4 0,4-5 0,-6 7 0,1-2 0,-1 2 0,1-2 0,2-1 0,-2 3 0,2-5 0,-3 5 0,3-4 0,-2 3 0,5-3 0,-5 3 0,2-3 0,-3 1 0,1 1 0,2 0 0,-2 2 0,4-3 0,-4 1 0,2-1 0,-2 1 0,-1 2 0,1 0 0,-1 0 0,1-2 0,-1 1 0,1-1 0,2 0 0,-2 2 0,2-3 0,-3 3 0,6-2 0,-4 1 0,3-1 0,-4 2 0,0 0 0,-1-2 0,1 1 0,-1-1 0,3 0 0,-2 2 0,2-3 0,-2 3 0,1-2 0,2-1 0,0 1 0,-1-5 0,-3 6 0,3-6 0,-2 7 0,2-3 0,-2 1 0,-1 2 0,6-5 0,-4 5 0,4-3 0,-6 3 0,1-2 0,-1 2 0,3-7 0,-2 6 0,2-5 0,-2 5 0,2-3 0,-2 3 0,2-1 0,-3 2 0,1 0 0,-1 0 0,1-2 0,-1 2 0,3-3 0,-2 3 0,5-2 0,0 0 0,-2-1 0,2 0 0,-1-1 0,-3 3 0,6-4 0,-7 3 0,2 1 0,0-1 0,-2 2 0,5 0 0,-5 0 0,7 0 0,-6 0 0,8 0 0,-8-2 0,4 2 0,-3-2 0,-2 2 0,7 0 0,-6 0 0,3-2 0,-4 1 0,-1-3 0,1 3 0,2-1 0,-2 0 0,2 2 0,0-4 0,-2 3 0,7-4 0,-6 5 0,3-3 0,-4 3 0,-1 0 0,3-2 0,-2 2 0,2-5 0,-2 5 0,-1-2 0,8-1 0,-3 3 0,3-5 0,-5 5 0,-3-2 0,1 2 0,0 0 0,1 0 0,0 0 0,0 0 0,-1 0 0,0 0 0,-1 0 0,1-2 0,-1 1 0,3-3 0,-2 3 0,2-1 0,0 2 0,-2 0 0,4-2 0,-3 1 0,0-3 0,-1 4 0,2-3 0,-2 3 0,4-2 0,-3 2 0,3-3 0,-4 3 0,2 0 0,-3 0 0,1 0 0,-1 0 0,1 0 0,-1 0 0,1-2 0,0 2 0,-1-2 0,1 2 0,-1 0 0,1-2 0,-1 1 0,1-1 0,-1 2 0,3-2 0,-2 1 0,2-1 0,0 2 0,-2 0 0,2 0 0,-2 0 0,-1-2 0,1 2 0,-1-4 0,1 3 0,-1-1 0,1 2 0,-1 0 0,3 0 0,-2 0 0,2 0 0,0 0 0,3-2 0,-2 1 0,7-1 0,-10 2 0,10 0 0,-9 0 0,9-3 0,-9 3 0,8-5 0,-8 4 0,6-1 0,-7 2 0,2 0 0,-2 0 0,-1-2 0,1 1 0,5-1 0,-4 2 0,5 0 0,-4-2 0,-2 1 0,2-1 0,-3 2 0,3 0 0,-2 0 0,2 0 0,-2 0 0,-1 0 0,1 0 0,-1 0 0,-1 0 0,-1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9:42.78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1 188 24575,'7'2'0,"-1"0"0,-1-2 0,-1 2 0,1-1 0,2 1 0,-2-2 0,2 0 0,-3 2 0,1-2 0,-1 2 0,1-2 0,-1 0 0,1 0 0,2 0 0,-2 0 0,7 0 0,-6 0 0,4 0 0,-6 0 0,3 0 0,0 0 0,1 0 0,-1 0 0,0 3 0,-2-3 0,2 2 0,-3-2 0,1 0 0,-1 0 0,1 0 0,2 0 0,-2 0 0,2 0 0,-3 0 0,1 0 0,7 0 0,-6 0 0,6-2 0,-8 2 0,1-4 0,-1 3 0,1-1 0,-1 2 0,1 0 0,-1 0 0,1 0 0,-1-2 0,1 2 0,-1-4 0,1 3 0,-1-1 0,1 0 0,-1-1 0,-1-1 0,1-3 0,-3 2 0,3-2 0,-4 2 0,4 0 0,-1 1 0,0-1 0,1 1 0,-4-1 0,4 0 0,-3 1 0,1-1 0,-2 1 0,2-1 0,-2 0 0,2 1 0,-2-1 0,0 1 0,0-1 0,5-5 0,-4 4 0,4-3 0,-5 4 0,0-2 0,2 2 0,-2-2 0,2 2 0,-2 1 0,0-1 0,0 1 0,0-1 0,0 0 0,0 1 0,0 1 0,0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9:47.93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1 690 24575,'9'-3'0,"-2"1"0,0-2 0,-2 1 0,0-2 0,1 1 0,-1 3 0,2-3 0,-3 4 0,3-5 0,-2 3 0,2-1 0,-2-1 0,-1 3 0,3-3 0,-2 4 0,2-3 0,-2 1 0,-1 0 0,1-1 0,2-1 0,-2 3 0,2-1 0,-3 2 0,1-2 0,-3 0 0,2-3 0,-1 2 0,1 1 0,1 0 0,0 0 0,-1-1 0,1-1 0,-1 4 0,6-5 0,-4 5 0,6-7 0,-7 6 0,4-6 0,-4 6 0,2-3 0,-2 4 0,-1-2 0,1-1 0,-1 1 0,1-3 0,-1 3 0,1 0 0,-1 0 0,1 1 0,-1-1 0,1 2 0,-1 0 0,3-2 0,-2-1 0,2 1 0,-2-3 0,-1 5 0,1-4 0,-1 3 0,1-1 0,-1 2 0,1-2 0,0 0 0,-1-1 0,1 1 0,-1 2 0,-1-2 0,3-1 0,-3 1 0,6-3 0,-3 5 0,0-3 0,-1 3 0,0-2 0,-1 2 0,3-4 0,-2 3 0,4-3 0,-3 1 0,0-2 0,1 0 0,-1 3 0,0-2 0,-3 1 0,3-2 0,-3 1 0,4 1 0,-2-1 0,-1 3 0,3-5 0,-1 3 0,0-2 0,-1 1 0,-1 1 0,6-2 0,-4 0 0,4 0 0,-6 3 0,1-2 0,2 1 0,-2 0 0,2 1 0,-3 0 0,1 0 0,-1-1 0,1 1 0,-1 0 0,1 1 0,2-3 0,-2 2 0,2-1 0,-3-1 0,1 3 0,-1-1 0,1 2 0,-1 0 0,1-2 0,-1 2 0,6-5 0,-6 2 0,7-2 0,-8 3 0,4 0 0,0-1 0,-2 1 0,5-1 0,-5-1 0,2 3 0,-3-3 0,1 4 0,2-5 0,-2 3 0,2-1 0,-3 1 0,1 0 0,-1 2 0,1-3 0,-1 1 0,1 2 0,2-2 0,-2 0 0,2 1 0,-3-1 0,1 0 0,2-1 0,-2 1 0,2 0 0,-3 2 0,1-2 0,-1 1 0,1-1 0,2 2 0,-2-2 0,2 1 0,-2-3 0,-1 4 0,1-4 0,-1 3 0,1-1 0,-1 2 0,1 0 0,-1 0 0,1 0 0,-1 0 0,1 0 0,-1 0 0,1-2 0,2 2 0,-2-2 0,2 2 0,-3 0 0,1 0 0,-1 0 0,1 0 0,2-3 0,-2 3 0,4-2 0,-6 0 0,6-1 0,-6 0 0,4 1 0,-2 2 0,-1-2 0,1 1 0,2-3 0,-2 4 0,7-5 0,-6 4 0,3-1 0,-4 2 0,-1-2 0,1 1 0,-1-1 0,1 2 0,-1 0 0,3-2 0,-2 2 0,2-5 0,-2 5 0,-1-4 0,1 3 0,-1-3 0,1 4 0,0-4 0,-1 1 0,1 0 0,-1 1 0,1 2 0,-1 0 0,3-2 0,-2 2 0,5-5 0,-5 5 0,4-5 0,-4 4 0,2-1 0,0 2 0,-2 0 0,4-2 0,-3 1 0,0-1 0,-1 2 0,-1 0 0,1 0 0,0-2 0,-1 0 0,1-1 0,-1 1 0,1 2 0,-1 0 0,1 0 0,-1-2 0,1 1 0,2-3 0,-2 4 0,4-3 0,-4 3 0,5-2 0,-5 0 0,7-4 0,-7 4 0,8-1 0,-6 3 0,3-2 0,-1 2 0,1-4 0,0 3 0,0-3 0,-3 3 0,5-1 0,-7 2 0,4-2 0,-4 1 0,-1-3 0,1 4 0,-1-2 0,1 2 0,-1 0 0,1 0 0,2 0 0,-2 0 0,2-3 0,-3 1 0,1-1 0,-1-1 0,1 4 0,-1-2 0,1-3 0,0 4 0,-1-3 0,3-1 0,-1 4 0,0-3 0,-1 4 0,-1-2 0,1 1 0,0-1 0,1 0 0,0-1 0,0 1 0,3-3 0,-3 5 0,5-3 0,-5 1 0,0 0 0,-1-1 0,2 1 0,-2 0 0,2 2 0,-5-4 0,5 3 0,-4-1 0,4 0 0,-3-1 0,1 1 0,-1 0 0,1 2 0,0-2 0,-1 1 0,3-3 0,-2 4 0,2-3 0,-2 3 0,1 0 0,0-2 0,0 2 0,1-7 0,-1 6 0,3-3 0,-4 4 0,4 0 0,-4 0 0,5-5 0,-5 4 0,4-6 0,-4 7 0,7-7 0,-6 6 0,6-6 0,-7 6 0,5-1 0,-1 2 0,2 0 0,3-5 0,-6 4 0,2-4 0,-3 3 0,-2 1 0,2-1 0,-4 2 0,-1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9:52.98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5 438 24575,'-3'-7'0,"1"0"0,7 3 0,-2-1 0,4 2 0,-1-1 0,-1 2 0,2-1 0,-3-1 0,1 1 0,-1 1 0,1-2 0,-1 3 0,1-1 0,2-2 0,-2 3 0,2-6 0,-3 7 0,1-4 0,-1 3 0,1-1 0,-1 2 0,1 0 0,0 0 0,-1 0 0,1 0 0,1 0 0,0 0 0,1 0 0,-1 0 0,0 0 0,0 0 0,1 0 0,1 0 0,-1 0 0,5 0 0,-7 0 0,7 0 0,-6 0 0,3 0 0,-2 0 0,1-2 0,-1 1 0,-3-1 0,1 2 0,-1 0 0,1 0 0,0 0 0,4 0 0,-3 0 0,6-2 0,-5 2 0,3-3 0,-3 1 0,0 2 0,0-2 0,-2 2 0,7-3 0,-4 3 0,3-3 0,-5 3 0,1 0 0,1-2 0,-1 2 0,8-3 0,-7 3 0,4 0 0,-2-2 0,-3 2 0,3-7 0,-2 6 0,1-4 0,-4 5 0,2 0 0,-2 0 0,-1 0 0,1 0 0,4-2 0,-3 1 0,9-1 0,-9 0 0,8-1 0,-8 0 0,6 1 0,-7 0 0,2 1 0,0-1 0,-2 2 0,5-2 0,-5 2 0,7-5 0,-4 4 0,5-1 0,1 2 0,-3 0 0,6-3 0,-9 3 0,7-3 0,-7 3 0,5 0 0,-5 0 0,4 0 0,-7 0 0,7-2 0,-1 2 0,-1-3 0,1 3 0,-5 0 0,1-2 0,-2 2 0,5-3 0,-5 3 0,4-2 0,-1 2 0,2-5 0,-3 5 0,7-5 0,-2 5 0,1-2 0,1-1 0,-8 3 0,6-3 0,-7 3 0,7 0 0,-6 0 0,6 0 0,-4 0 0,4 0 0,-3 0 0,3-2 0,-5 2 0,1-5 0,4 2 0,1-2 0,1 2 0,0 1 0,-1 2 0,-3-5 0,1 4 0,-2-5 0,-1 5 0,-1-1 0,5 2 0,-6 0 0,6-5 0,-7 4 0,2-3 0,-2 4 0,-1-2 0,1 1 0,-1-3 0,3 2 0,0-3 0,1 0 0,-2 3 0,-1-1 0,-1 3 0,1-2 0,-1 2 0,1-2 0,-1 2 0,1-2 0,-1 1 0,1-1 0,-1 2 0,1 0 0,-1 0 0,3 0 0,-2-2 0,2 2 0,3-5 0,-4 5 0,3-3 0,1 1 0,-4 1 0,4-1 0,-4 2 0,4 0 0,-2-2 0,2 1 0,-6-1 0,1 0 0,-1 2 0,1-2 0,-1 2 0,1 0 0,-1-2 0,1 1 0,2-3 0,-2 3 0,2-3 0,-3 4 0,1-3 0,-1 3 0,3-2 0,-2 2 0,2-3 0,-2 3 0,4-2 0,-1-1 0,1 1 0,-2-3 0,-2 5 0,-1-2 0,1 2 0,2 0 0,-2 0 0,2-2 0,-3 1 0,1-1 0,-1 2 0,1 0 0,5-5 0,-5 4 0,7-4 0,-6 5 0,8-2 0,-8 2 0,8-2 0,-9 2 0,2-2 0,-2 1 0,4-1 0,-3 2 0,9-2 0,-9 1 0,6-3 0,-5 1 0,3 0 0,3-2 0,-5 5 0,4-5 0,-7 5 0,2-3 0,0 1 0,0 2 0,0-5 0,0 5 0,-2-2 0,-1 2 0,1-2 0,-1 1 0,1-1 0,-1 2 0,6-2 0,-4 1 0,3-1 0,-2 2 0,-2 0 0,2 0 0,-2 0 0,2-3 0,-2 3 0,2-2 0,-3 2 0,6-3 0,-4 3 0,3-3 0,-2 3 0,-2 0 0,4 0 0,-4 0 0,2 0 0,-3 0 0,1 0 0,-1 0 0,6-2 0,-4 1 0,4-1 0,-6 2 0,3-5 0,-2 4 0,4-3 0,-3 4 0,0 0 0,1-2 0,-1 1 0,0-1 0,-1 2 0,2-2 0,-2 1 0,4-1 0,-1 0 0,-1 1 0,3-3 0,-5 3 0,2-1 0,-3 2 0,1 0 0,-1 0 0,3 0 0,-2-2 0,2 1 0,-2-3 0,-1 4 0,1-2 0,-1 2 0,-1 0 0,-1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9:57.21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0 375 24575,'7'-2'0,"0"0"0,-2 2 0,-1-2 0,6 1 0,12-1 0,-9 2 0,13 0 0,-20 0 0,9 0 0,-1 0 0,3 0 0,2 0 0,-3 0 0,3 0 0,1 0 0,-3 0 0,-4 0 0,-1 0 0,-6 0 0,6 0 0,-7 0 0,2 0 0,-2 0 0,-1 0 0,3-2 0,-2 1 0,5-1 0,2 2 0,-3 0 0,5 0 0,-4 0 0,3-2 0,-2 1 0,4-1 0,-9 0 0,9 1 0,-10-1 0,7 2 0,-1 0 0,-3 0 0,7 0 0,-10 0 0,7 0 0,-6 0 0,3-2 0,-4 1 0,4-1 0,-4 2 0,5-2 0,-5 1 0,7-3 0,-6 3 0,8-1 0,-6-1 0,1 3 0,3-5 0,-1 4 0,0-1 0,1 2 0,-7 0 0,7-2 0,-3 1 0,3-1 0,1-1 0,-5 3 0,7-3 0,-7 3 0,5 0 0,-1-2 0,-3 1 0,7-1 0,-7 0 0,6 1 0,-5-1 0,-3 2 0,3-2 0,-5 1 0,4-1 0,-4 2 0,4-2 0,-3 1 0,0-1 0,-1 2 0,0 0 0,-1 0 0,1 0 0,-1 0 0,1 0 0,4-2 0,-1 1 0,6-4 0,-6 5 0,7-5 0,-7 4 0,5-1 0,-3 0 0,3-1 0,0 0 0,0 1 0,3-1 0,0 3 0,1-8 0,-1 7 0,0-4 0,0 5 0,1-2 0,-1 1 0,10-4 0,-10 5 0,5-3 0,-7 3 0,-3 0 0,0 0 0,1 0 0,-7 0 0,5-2 0,-5 1 0,7-1 0,-6 2 0,9-2 0,-7-1 0,4 0 0,-4 1 0,4 2 0,-4 0 0,5-2 0,1 1 0,-5-1 0,7 2 0,-10-2 0,4 1 0,-3-3 0,-2 3 0,4-3 0,-4 3 0,2-1 0,-2 2 0,2 0 0,3-2 0,-2 1 0,2-1 0,-6 0 0,3 1 0,-2-3 0,5 1 0,0-2 0,-2 2 0,4 1 0,-2 0 0,0 2 0,5-5 0,-2 2 0,-2 0 0,4-2 0,-7 5 0,7-5 0,-7 4 0,7-4 0,-9 5 0,9-5 0,-7 2 0,2 0 0,2-1 0,-6 3 0,9-1 0,-7-1 0,7 1 0,-5-1 0,0 1 0,-1 0 0,-4 1 0,7-1 0,-6 2 0,6-2 0,-7 1 0,2-1 0,-2 2 0,1-4 0,0 2 0,3-4 0,-4 3 0,2 0 0,-3 1 0,1 2 0,4 0 0,-3 0 0,5-2 0,-6 2 0,4-5 0,-4 4 0,2-1 0,-2 2 0,-1 0 0,6-2 0,-4 1 0,4-1 0,-1-1 0,-3 3 0,9-5 0,-9 4 0,6-1 0,-5 2 0,10 0 0,-8 0 0,8 0 0,-10 0 0,1 0 0,4 0 0,-6 0 0,6-2 0,-7 1 0,2-1 0,-3 2 0,6-5 0,-4 2 0,6-2 0,-7 3 0,2 2 0,0 0 0,-2 0 0,4-3 0,-4 3 0,5-2 0,0-1 0,-2 3 0,4-3 0,-7 3 0,5 0 0,-3 0 0,3-2 0,-2 1 0,4-6 0,-6 6 0,6-6 0,-7 7 0,7-3 0,-6 3 0,6 0 0,-7 0 0,7-2 0,-6 1 0,3-5 0,-4 5 0,0-4 0,-1 5 0,1 0 0,-1 0 0,1 0 0,-1 0 0,1 0 0,1 0 0,-1 0 0,0 0 0,-3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00.95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1 317 24575,'10'-5'0,"-1"2"0,-2-1 0,-2 3 0,2-1 0,4 0 0,-4 1 0,4-1 0,-1-1 0,-4 1 0,6-1 0,-7 1 0,4 2 0,-4 0 0,2 0 0,-2 0 0,-1 0 0,3-3 0,-2 3 0,5-2 0,-5 2 0,2 0 0,-3 0 0,3 0 0,-2 0 0,5 0 0,-3 0 0,1 0 0,-1 0 0,-3 0 0,1 0 0,-1 0 0,1 0 0,-1 0 0,3 0 0,-2 0 0,1 0 0,-1 0 0,-1 0 0,1 0 0,-1 0 0,1 0 0,-1 0 0,1 0 0,0 0 0,-1 0 0,6 0 0,-4 0 0,3 0 0,-4 0 0,4-3 0,-3 3 0,6-5 0,-7 4 0,7-1 0,-6 2 0,9-2 0,-9 1 0,8-1 0,-8 2 0,6 0 0,-1-3 0,-3 3 0,7-3 0,-10 1 0,7 0 0,-6-1 0,3 1 0,0 2 0,-1 0 0,1 0 0,-2-2 0,-2 1 0,7-1 0,-6 2 0,9 0 0,-9 0 0,9-3 0,-10 3 0,10-3 0,-9 3 0,4 0 0,-6 0 0,1 0 0,-1 0 0,1 0 0,1-2 0,-1 2 0,4-2 0,-4 0 0,2 1 0,-2-1 0,-1 0 0,1 2 0,2-5 0,-2 3 0,4-1 0,-4 1 0,5 2 0,-3 0 0,1 0 0,1-2 0,-4 1 0,7-1 0,-6 2 0,11-3 0,-9 3 0,5-3 0,-6 3 0,-3 0 0,6-2 0,-4 1 0,3-1 0,1 0 0,-4 1 0,3-3 0,-4 3 0,-1-3 0,3 4 0,1-5 0,2 5 0,0-5 0,-3 3 0,5-1 0,4-4 0,-2 4 0,1-3 0,-3 2 0,-6 3 0,6-4 0,-7 5 0,2-2 0,-3 2 0,3-3 0,-2 3 0,2-2 0,0 2 0,1 0 0,1-3 0,-1 3 0,-1-2 0,0-1 0,-2 3 0,7-5 0,-6 5 0,6-10 0,1 6 0,-4-4 0,2 6 0,-1 2 0,-4 0 0,6 0 0,-7-2 0,2 1 0,-3-1 0,1 2 0,-1 0 0,3-2 0,-2 1 0,5-1 0,-3 2 0,3 0 0,-2 0 0,1 0 0,0-2 0,0 1 0,-1-1 0,-1 2 0,1-2 0,-1 1 0,0-3 0,-2 3 0,-1-1 0,1 2 0,-1-2 0,1 2 0,2-5 0,-2 5 0,4-2 0,-4 2 0,2 0 0,-2-2 0,2 1 0,2-1 0,-1 2 0,6 0 0,-8-2 0,4 2 0,-6-3 0,3 3 0,-2 0 0,2 0 0,-2 0 0,5 0 0,-5 0 0,5 0 0,-5 0 0,-1-2 0,1 2 0,-1-2 0,3 2 0,3 0 0,0 0 0,3-2 0,-6 1 0,5-1 0,-4 2 0,5 0 0,-3-2 0,-3 1 0,6-1 0,-8 2 0,7 0 0,-6 0 0,3 0 0,-2 0 0,1 0 0,-1 0 0,0 0 0,-2 0 0,7 0 0,1 0 0,-2 0 0,1-2 0,-8 1 0,3-3 0,-2 3 0,2-1 0,-2 2 0,-1 0 0,1-2 0,-1 2 0,6-5 0,-4 5 0,6-3 0,-7 3 0,4 0 0,-3 0 0,6 0 0,-4-2 0,4 1 0,-2-1 0,5-3 0,-6 4 0,5-4 0,-9 3 0,4 2 0,-4-2 0,2 2 0,-2 0 0,2 0 0,0 0 0,3 0 0,-2 0 0,-1 0 0,2-3 0,-3 3 0,6-3 0,-7 3 0,2 0 0,0 0 0,0 0 0,0 0 0,0 0 0,-4 0 0,-1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30.89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19 24575,'7'-2'0,"5"0"0,-6 2 0,5 0 0,-7 0 0,1-2 0,-1 1 0,1-3 0,-1 3 0,1-1 0,2 2 0,-2 0 0,2 0 0,-3 0 0,1 0 0,2 0 0,-2 0 0,2 0 0,-3 0 0,1 0 0,-1 0 0,3 0 0,-2 0 0,7 0 0,-6-2 0,6 2 0,-4-2 0,-1 2 0,3 0 0,-3 0 0,1 0 0,3 0 0,-5 0 0,3 0 0,-5 0 0,1 0 0,-1 0 0,6 0 0,-4 0 0,3 0 0,-4 0 0,-1 0 0,1 0 0,-1 0 0,1 0 0,-1 0 0,1 0 0,0 0 0,-1 0 0,1 0 0,-1 0 0,1 0 0,-1 2 0,1-2 0,-1 2 0,1-2 0,-1 2 0,1-1 0,-1 3 0,1-4 0,-1 2 0,3-2 0,-2 0 0,2 0 0,-2 0 0,2 3 0,-2-3 0,2 2 0,0-2 0,-2 2 0,2-1 0,-3 3 0,1-4 0,-1 2 0,1-2 0,-1 0 0,1 0 0,-1 0 0,1 2 0,-1-1 0,1 1 0,1-2 0,2 0 0,-1 2 0,0-2 0,-2 2 0,-1-2 0,1 2 0,-1-1 0,1 1 0,-1-2 0,3 2 0,-2-1 0,2 1 0,-2-2 0,-1 0 0,1 0 0,-1 0 0,3 2 0,-2-1 0,5 3 0,-5-3 0,2 1 0,2-2 0,-3 0 0,4 2 0,-6-2 0,1 2 0,-1 0 0,1-1 0,2 3 0,-2-3 0,4 5 0,-4-5 0,2 4 0,0-3 0,-2-2 0,2 3 0,-2-3 0,-1 0 0,1 0 0,-1 0 0,1 2 0,-1-2 0,6 5 0,-2-3 0,2 1 0,-3 2 0,-2-5 0,-1 4 0,1-3 0,5 1 0,-5-2 0,7 2 0,-6-2 0,0 3 0,-1-1 0,-1-2 0,1 2 0,0 0 0,-1 1 0,1 1 0,-1-1 0,1-1 0,1 0 0,2 0 0,-1 3 0,0-2 0,0-1 0,-2-2 0,7 2 0,-6 1 0,3-1 0,-4 0 0,-1-2 0,1 0 0,-1 0 0,6 3 0,-4-3 0,3 3 0,-4-1 0,-1-2 0,3 7 0,-2-6 0,5 3 0,-5-4 0,2 2 0,-3-1 0,1 1 0,-1-2 0,1 2 0,-1-2 0,3 4 0,-2-3 0,2 3 0,-2-3 0,-1 1 0,3 0 0,-1-1 0,0 3 0,-1-4 0,-1 4 0,1-3 0,0 3 0,-1-4 0,3 4 0,-2-3 0,7 4 0,-6-3 0,6 3 0,-4 0 0,1-2 0,-1 1 0,-1-1 0,-3-1 0,3 4 0,-2-4 0,2 2 0,-2-2 0,-1 1 0,1 1 0,-1 1 0,1-1 0,0 1 0,-1-1 0,-1 1 0,3 2 0,-3-4 0,4 3 0,-2-3 0,-1-1 0,1 2 0,-1-1 0,1 1 0,-1-1 0,1 1 0,-1-4 0,1 4 0,-1-3 0,1 3 0,-1-4 0,1 4 0,-1-3 0,1 1 0,-1-2 0,1 0 0,2 2 0,-2-1 0,2 1 0,-3-2 0,1 0 0,-3 2 0,5-2 0,-4 2 0,4-2 0,-3 2 0,1-1 0,2 1 0,-2-2 0,2 0 0,-3 2 0,-1 0 0,-1 3 0,-2-1 0,0 1 0,0-1 0,0 1 0,2 2 0,-1-2 0,1 2 0,-2-3 0,0 1 0,0-1 0,0 1 0,0 0 0,2-1 0,-2 1 0,4-1 0,-3 1 0,1-1 0,-2 1 0,0-1 0,0 3 0,0-2 0,5 7 0,-2-6 0,4 4 0,-2-6 0,-1 1 0,1-1 0,-1 1 0,1-1 0,-1-1 0,1-1 0,2 0 0,-2 1 0,2-1 0,0 3 0,-2-5 0,2 4 0,-5-1 0,6 3 0,-4-1 0,4 0 0,-3-3 0,-1 0 0,1-2 0,-1 2 0,1-2 0,-1 0 0,3 3 0,-1-3 0,0 2 0,-1-2 0,-1 0 0,1 0 0,0 0 0,1 0 0,1 0 0,1 0 0,-1 0 0,-1 0 0,0 0 0,1 0 0,-3 0 0,1 0 0,-1 0 0,6 0 0,-4 0 0,3 0 0,-4 0 0,-1 0 0,1 0 0,-1 0 0,1 0 0,-1 0 0,1 2 0,-1-1 0,1 1 0,-1-2 0,1 0 0,-1 0 0,1 2 0,0-2 0,-1 2 0,1-2 0,-1 0 0,1 0 0,-1 0 0,1 0 0,-1 0 0,1 0 0,-1 0 0,1 0 0,2 0 0,-2 0 0,2 0 0,-3 0 0,1 0 0,-1 0 0,1 0 0,2-2 0,-2 2 0,2-5 0,-3 3 0,1-3 0,-1 3 0,1-2 0,-1 1 0,3-4 0,-2 2 0,3-5 0,-6 5 0,2-2 0,-1 5 0,1-2 0,1 1 0,-3-2 0,2 1 0,-3-1 0,1 1 0,-2-1 0,0 1 0,2-1 0,-2 0 0,2 1 0,-2-1 0,0 1 0,0-1 0,0 0 0,0 1 0,-2-1 0,0 1 0,-3-1 0,-2 0 0,2 3 0,-2-3 0,5 3 0,-1-3 0,3 1 0,0-1 0,0 0 0,0 1 0,0-3 0,-2 2 0,0 0 0,-1 5 0,-1 2 0,1 12 0,1-7 0,-5 9 0,6-11 0,-4 2 0,5-3 0,-2 1 0,2-1 0,-4 1 0,1-3 0,1 2 0,-3-1 0,5 1 0,-4 6 0,3-4 0,-1 3 0,2-6 0,0-1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34.27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0 930 24575,'5'-8'0,"-1"2"0,1 3 0,-1 1 0,1 0 0,-1 2 0,1-2 0,2-1 0,-2 3 0,2-4 0,0 3 0,-2-1 0,2 2 0,-3 0 0,6-2 0,-4 1 0,4-1 0,-6 0 0,1 1 0,-1-1 0,1 2 0,-1-2 0,3 1 0,-2-3 0,1 2 0,-1-1 0,-1-1 0,1 4 0,2-2 0,-2 2 0,2 0 0,-3-2 0,1 1 0,-1-1 0,1 0 0,5-1 0,-5 0 0,7-1 0,-6 3 0,3-5 0,-4 4 0,2-4 0,-3 3 0,1 1 0,-1-2 0,1 3 0,0-1 0,-1 0 0,-1 0 0,3-3 0,-3 0 0,4 2 0,-2-1 0,4-1 0,-3 2 0,9-7 0,-9 7 0,8-7 0,-2-1 0,1 4 0,3-5 0,-8 9 0,4-5 0,-1 1 0,-1-1 0,0 2 0,0-1 0,-5 5 0,2-3 0,-3 3 0,1-3 0,-1 5 0,1-4 0,-1 1 0,1 1 0,-1-2 0,1 3 0,2-3 0,-2 1 0,2-2 0,-3 3 0,3-2 0,-2 3 0,5-3 0,-5 1 0,7-5 0,-6 3 0,9-5 0,-10 7 0,7-6 0,-6 8 0,3-6 0,-4 4 0,4-2 0,-1 1 0,-1 1 0,3-2 0,-7 3 0,6-3 0,-6 2 0,4 1 0,-3 0 0,3 1 0,-2-3 0,1 2 0,-1-1 0,2-1 0,-2 1 0,2 0 0,-3-1 0,1 4 0,2-4 0,0 3 0,6-9 0,-4 8 0,1-5 0,-3 4 0,-2 3 0,2-2 0,0-1 0,0 1 0,0-1 0,0 1 0,-3 0 0,1 1 0,-1-1 0,1 0 0,-1 0 0,1-1 0,-1-1 0,1 4 0,0-7 0,-1 4 0,1-2 0,2 3 0,-2 0 0,7-3 0,-6 1 0,9-3 0,-7 2 0,4-1 0,1-1 0,-5 2 0,14-5 0,-6 1 0,8-7 0,-4 7 0,-3-7 0,-1 7 0,0-3 0,-2 5 0,1-1 0,1-1 0,8-5 0,8-5 0,3-1 0,1-3 0,-2 5 0,-3-1 0,-1 1 0,-8 5 0,-6 3 0,-4 2 0,-7 3 0,4 1 0,-4 2 0,6 2 0,-5 0 0,5 0 0,-4-3 0,-2 3 0,2-3 0,-3 1 0,1 2 0,-1-2 0,3 2 0,-2-2 0,2 1 0,-2-1 0,2-2 0,-2 3 0,2-4 0,-1 3 0,2-1 0,-1 1 0,0 0 0,-3 2 0,1-2 0,-1 1 0,1-1 0,-1 0 0,1 2 0,5-7 0,-5 6 0,7-6 0,-6 6 0,1-1 0,-3 2 0,1-2 0,-1 1 0,1-3 0,-1 2 0,1-1 0,-1-4 0,1 4 0,0-2 0,2 3 0,0 0 0,1-1 0,-1 1 0,-1-5 0,0 6 0,1-5 0,-3 5 0,3-3 0,-2 1 0,2 1 0,3-5 0,-5 6 0,5-6 0,0 1 0,0 1 0,1-2 0,-4 4 0,-5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39.23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0 785 24575,'7'-5'0,"0"0"0,-2 1 0,-1 1 0,1-1 0,-1 2 0,1-1 0,-3-1 0,2 3 0,-1-3 0,1 4 0,3-2 0,-2 0 0,2 1 0,-2-1 0,-1 2 0,3-2 0,-2-1 0,2 1 0,-2 0 0,-1 2 0,3 0 0,-2 0 0,2 0 0,-2 0 0,-1-2 0,1 1 0,-1-1 0,3 0 0,-2 1 0,2-3 0,-2 3 0,-1-1 0,1 2 0,-1-2 0,1 0 0,-1-3 0,6 0 0,-4 3 0,6-3 0,-7 4 0,2-1 0,0 0 0,-2 1 0,2-1 0,-3 2 0,3-2 0,-2 1 0,2-1 0,0 0 0,-2-1 0,2 0 0,-2-1 0,-1 4 0,6-7 0,-6 4 0,10-5 0,-10 3 0,6 1 0,-4-1 0,4-2 0,-2 1 0,2-1 0,-6 2 0,1 1 0,-1 1 0,1-1 0,-1 2 0,1-3 0,-1 0 0,1 1 0,-1-1 0,1 1 0,-1-1 0,1 0 0,-1 1 0,1-1 0,0 1 0,-1-1 0,1 3 0,-1-3 0,1 3 0,-1-3 0,1-2 0,-1 2 0,4-4 0,-3 4 0,2-2 0,-3 2 0,1 0 0,-1 1 0,1-1 0,-1 1 0,1-1 0,-1 0 0,1 1 0,-3-1 0,2 1 0,-1-1 0,1 0 0,1 1 0,-1-1 0,1 1 0,-1-1 0,1 0 0,-1 1 0,1-1 0,0 3 0,-1-2 0,1 1 0,-1-2 0,-1 1 0,1-1 0,-2 3 0,3 0 0,-1 0 0,1 1 0,-1-3 0,1 1 0,-1 1 0,1 0 0,-1 2 0,1-2 0,-1 1 0,1-1 0,-1 0 0,1 2 0,-1-2 0,1 2 0,5-3 0,-5 3 0,10-5 0,-9 2 0,4 0 0,-3-1 0,3-1 0,-2 1 0,7-5 0,-9 8 0,3-4 0,-4 3 0,-1 1 0,1-3 0,-1 2 0,1-1 0,-1 1 0,3 0 0,-2 1 0,4-3 0,-1 3 0,-1-3 0,2 4 0,-4-2 0,5 0 0,-5 1 0,7-4 0,-6 3 0,8-4 0,-8 4 0,4-1 0,-6 1 0,1 2 0,-1-2 0,6-3 0,-4 4 0,4-6 0,-6 6 0,1-5 0,-1 5 0,1-6 0,0 7 0,4-5 0,-3 5 0,6-5 0,-7 5 0,5-3 0,-1 1 0,2 2 0,0-2 0,-3 2 0,1-2 0,-4-1 0,5 0 0,-5 1 0,4 0 0,-4 1 0,2-1 0,0-2 0,-2 3 0,5-6 0,-5 6 0,4-3 0,-1 3 0,1-1 0,3 0 0,-4 1 0,7-3 0,-7 1 0,2 0 0,2-4 0,-6 6 0,9-6 0,-10 6 0,7-3 0,-4 3 0,-1-1 0,6-3 0,-8 4 0,10-4 0,-9 5 0,6-2 0,-5-1 0,3-2 0,-2 2 0,4-4 0,-4 4 0,8-2 0,-4-2 0,-1 4 0,-2-2 0,1-5 0,-4 8 0,4-6 0,-5 8 0,-1-2 0,1 2 0,1-4 0,0 3 0,1-3 0,-3 3 0,3-5 0,1 2 0,-1-3 0,0 5 0,-3-2 0,1 1 0,2-2 0,-4 1 0,9-2 0,-9 4 0,7-3 0,-5 3 0,-1-3 0,1 3 0,-1 0 0,1 0 0,2-1 0,-2 0 0,0 1 0,-3 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43.12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1340 1 24575,'-10'0'0,"2"0"0,3 0 0,1 2 0,-1-2 0,-5 5 0,4-5 0,-9 5 0,10-4 0,-5 1 0,5-2 0,1 2 0,-1-1 0,1 1 0,-1 0 0,0 0 0,1 1 0,-1 1 0,1-4 0,-1 2 0,0-2 0,1 2 0,-1-1 0,1 1 0,-1 0 0,0-2 0,-2 4 0,2-3 0,-2 1 0,3 0 0,-1-1 0,-2 3 0,2-3 0,-5 5 0,5-5 0,0 6 0,1-5 0,2 1 0,-5 1 0,1-2 0,-1 3 0,3 0 0,-1-3 0,-5 5 0,5-4 0,-5 4 0,5-2 0,1-3 0,-1 0 0,1 0 0,-1 1 0,0 2 0,1-1 0,-1 1 0,1-1 0,-1 1 0,0-3 0,1 0 0,-1 0 0,1 1 0,-6 4 0,4-2 0,-4 2 0,5 0 0,1-4 0,-1 4 0,0-5 0,1 3 0,-1-3 0,1 2 0,-1-1 0,0-1 0,1 2 0,-1-1 0,1-1 0,-6 5 0,4-6 0,-4 6 0,6-6 0,-6 8 0,4-5 0,-5 6 0,7-5 0,-1-3 0,1 2 0,-3-1 0,1 0 0,-1 1 0,3-2 0,-3 1 0,-1 3 0,1-5 0,-3 6 0,7-4 0,-6 1 0,6 1 0,-4-2 0,-3 1 0,4-1 0,-3 2 0,4-1 0,0-1 0,1-1 0,-1 0 0,1 0 0,-1 1 0,1 1 0,-1-2 0,0 1 0,-2 3 0,2-3 0,-2 4 0,3-2 0,-1-3 0,0 2 0,-2-1 0,2 0 0,-2 1 0,3-2 0,-1 1 0,0 1 0,1-4 0,-1 4 0,1-3 0,-1 3 0,0-4 0,1 4 0,-1-1 0,1 1 0,-1-1 0,0-1 0,1 0 0,-1-2 0,-2 5 0,2-3 0,-2 1 0,2 1 0,1-4 0,-1 4 0,1-3 0,-1 1 0,0-2 0,1 2 0,-1-2 0,-2 5 0,2-5 0,-2 2 0,5 0 0,-3-1 0,3 3 0,-3-2 0,1 1 0,-1 1 0,0-3 0,1 1 0,-1 0 0,1-2 0,-6 2 0,4 0 0,-4-1 0,6 3 0,-1-4 0,-2 2 0,2-2 0,-2 2 0,0-1 0,-1 3 0,1-4 0,-3 5 0,5-3 0,-2 3 0,3-2 0,-1-1 0,0 0 0,1-2 0,-1 4 0,1-3 0,-1 1 0,0 0 0,1 0 0,-1 3 0,-2-1 0,2-1 0,-2 1 0,2-1 0,1 1 0,-1-1 0,-2 3 0,0 0 0,-1 1 0,1-2 0,3-1 0,-1-1 0,0-1 0,-2 2 0,2-1 0,-2 2 0,3-3 0,-3 2 0,1-3 0,-1 3 0,3 1 0,-1-2 0,0 2 0,1-3 0,-1-2 0,0 4 0,1-3 0,-1 1 0,1 0 0,-1-2 0,0 4 0,1-1 0,-1-1 0,1 2 0,-1-1 0,0-1 0,1 0 0,-1 0 0,1-1 0,-1 3 0,0-4 0,1 7 0,-1-6 0,0 5 0,1-5 0,-1 1 0,0 0 0,1 0 0,-1 3 0,1-3 0,-1 2 0,0-3 0,1 3 0,-1-2 0,1 1 0,-1-1 0,0 0 0,1 0 0,-1 3 0,1-3 0,-1 2 0,0-1 0,1-1 0,-1 2 0,3-3 0,0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46.40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0 297 24575,'7'-4'0,"0"-1"0,2 0 0,2 0 0,-1 2 0,4-1 0,-9 3 0,2-3 0,-3 2 0,-2-1 0,8-1 0,-4 1 0,3 0 0,-2-1 0,-2 3 0,2-1 0,-2 0 0,-1 2 0,1-2 0,-1 0 0,1-1 0,-1 0 0,3-1 0,-2 4 0,2-3 0,-2 1 0,-1 0 0,1-1 0,-1 1 0,1 0 0,2-1 0,-2-1 0,2 1 0,0-1 0,-2 3 0,4-6 0,-4 4 0,2-4 0,-2 5 0,-1-2 0,1 1 0,-1-1 0,1-3 0,0 1 0,-1-1 0,3 3 0,-2-1 0,2-2 0,-2 2 0,-1-2 0,1 3 0,-3-1 0,0 1 0,0-1 0,-1 0 0,5-2 0,-5 2 0,6-4 0,-6 4 0,1-2 0,-2 2 0,2 0 0,-2 1 0,2-1 0,-2 1 0,0-1 0,0 0 0,0 1 0,2-1 0,-1 1 0,1-1 0,-2 0 0,0 1 0,-2 1 0,-1 1 0,-6 2 0,1 0 0,-1 0 0,2 2 0,2-1 0,0 3 0,1-4 0,-3 4 0,2-1 0,-2 0 0,2 1 0,4-4 0,2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58.13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1448 24575,'5'-7'0,"2"-2"0,-2 3 0,2-1 0,-3 5 0,1-2 0,2 1 0,-2 0 0,2-1 0,0 1 0,0-1 0,1 1 0,1-4 0,-4 4 0,2-2 0,-2 3 0,-1 0 0,1-1 0,-1-1 0,1-1 0,-1 3 0,3 0 0,-2 0 0,1-1 0,-1 0 0,0-1 0,-1 2 0,1-1 0,-1-1 0,1 2 0,-1-3 0,1 0 0,-1 1 0,1 1 0,5-6 0,-4 5 0,4-7 0,-6 7 0,1-1 0,2-2 0,-2 2 0,2 0 0,-3 1 0,1 1 0,-1 1 0,1-2 0,0 3 0,-1-3 0,-1 2 0,1-3 0,-2 0 0,3 1 0,2-1 0,-2 0 0,2 1 0,-3 1 0,3-1 0,1-1 0,-1-1 0,0-1 0,-2 5 0,-1 0 0,1 0 0,-1-1 0,1-1 0,-1-1 0,1 0 0,-1 1 0,1-1 0,-1 1 0,1-1 0,-1 0 0,1 1 0,-1-1 0,1 1 0,-1-1 0,-1 0 0,1 1 0,-2-1 0,3 1 0,-1 1 0,6-4 0,-4 4 0,6-6 0,-9 4 0,3-2 0,-4 2 0,3 1 0,2-3 0,-2 2 0,2-2 0,0 0 0,-2 1 0,2-1 0,-3 0 0,1 2 0,0-2 0,-1 3 0,1-1 0,-1 0 0,1 1 0,2-3 0,-2 2 0,2-2 0,-5 2 0,5-2 0,-4 2 0,4-2 0,-3 2 0,1 1 0,-1-1 0,1 0 0,-1 1 0,1-3 0,0 2 0,2-7 0,-4 6 0,7-9 0,-7 9 0,4-6 0,-2 7 0,-1-2 0,1 3 0,-1-1 0,1 1 0,-1-1 0,1 1 0,2-3 0,-2 1 0,2-1 0,-3 3 0,1-1 0,-1 1 0,1-1 0,-1 0 0,1 1 0,-1-1 0,1 1 0,-1-1 0,-1 0 0,1 1 0,-2-1 0,1 1 0,6-1 0,-5 2 0,8-4 0,-9 4 0,3-3 0,-4-1 0,3 2 0,0-2 0,-1 2 0,1 0 0,2-2 0,-4 2 0,3-2 0,-3 3 0,4-3 0,-4 1 0,5-3 0,-4 4 0,3-4 0,-3 4 0,1-2 0,-1 2 0,1 1 0,-1-1 0,1 1 0,-1 1 0,1-1 0,-3 1 0,2-1 0,-1-1 0,-1 1 0,2-1 0,-1 0 0,1 1 0,1-1 0,-1 1 0,1-1 0,-1 1 0,3-8 0,-2 5 0,5-7 0,-5 9 0,2-2 0,-3 2 0,1 1 0,2-3 0,-2 2 0,2-2 0,0 0 0,-4 1 0,6-3 0,-6 4 0,6-5 0,-6 5 0,6-4 0,-6 4 0,6-4 0,-4 4 0,0-2 0,-1 2 0,-2 1 0,3-1 0,-1 0 0,1 1 0,2-6 0,-2 4 0,8-6 0,-8 7 0,5-3 0,-6 4 0,3-3 0,-1 1 0,0 2 0,2-6 0,-5 6 0,6-8 0,-6 9 0,6-6 0,-3 6 0,3-6 0,-4 4 0,1-2 0,-1 3 0,-3-1 0,5-2 0,-4 2 0,9-5 0,-7 5 0,5-5 0,-5 5 0,0-4 0,-1 4 0,1-2 0,0 2 0,-1 0 0,1 1 0,-3-1 0,2 1 0,-1 1 0,2-6 0,-1 5 0,1-6 0,-2 6 0,-1-1 0,0-2 0,0 2 0,3-2 0,-2 2 0,1-4 0,-3 3 0,1-4 0,-2 5 0,0 1 0,0-1 0,0 1 0,0-1 0,0 0 0,0 1 0,0-1 0,0 1 0,0-1 0,0 0 0,0 1 0,0-1 0,0 1 0,0-1 0,0 0 0,0 3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1:06.13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604 0 24575,'-7'5'0,"1"-1"0,1-4 0,0 0 0,1 0 0,-1 0 0,1 2 0,-1-1 0,-2 1 0,2-2 0,-2 0 0,2 0 0,1 0 0,-1 2 0,0-2 0,1 2 0,-1-2 0,1 2 0,-1-1 0,0 1 0,1-2 0,-1 0 0,1 2 0,-3-2 0,1 2 0,-1 0 0,3 1 0,-1 1 0,1 1 0,-1-3 0,0 2 0,1-3 0,-1 3 0,1-2 0,-1 3 0,0-3 0,1 0 0,-1 1 0,1-3 0,-1 4 0,0-1 0,1 1 0,-1 1 0,1-1 0,-1 1 0,1-3 0,-1 2 0,0-3 0,1 5 0,-1-3 0,0 4 0,0-2 0,-2 2 0,2-2 0,0 4 0,1-4 0,4 2 0,-5 3 0,5-4 0,-5 3 0,5-2 0,-2-2 0,2 2 0,0-2 0,-2-1 0,1 1 0,-1-1 0,2 3 0,-2-2 0,2 5 0,-2-5 0,-1 2 0,3-1 0,-4-1 0,3 2 0,-3 0 0,1-2 0,1 2 0,0-3 0,2 1 0,0-1 0,0 1 0,-2-1 0,-1 1 0,1-1 0,0 1 0,2-1 0,-3 1 0,1-3 0,-3 2 0,3-1 0,-2 1 0,1 3 0,-2-1 0,3 0 0,-3-1 0,3 0 0,-3-1 0,3 1 0,-2-1 0,1 1 0,1-1 0,0 1 0,-1-1 0,1 1 0,-3-1 0,3 1 0,-2-1 0,3 1 0,-1-1 0,0 1 0,0-1 0,-3 1 0,0-1 0,1 1 0,-1 2 0,0-2 0,-2 4 0,4-4 0,-3 1 0,4-1 0,-3 0 0,0 1 0,1 0 0,-1 0 0,0-3 0,-2 3 0,2-4 0,-4 6 0,4-5 0,-2 4 0,4-2 0,-1-1 0,-1 3 0,2-2 0,-4 2 0,7-2 0,-7 0 0,6-1 0,-5 3 0,5-2 0,-4 5 0,3-5 0,-1 2 0,-1-3 0,1 1 0,1-1 0,-2 1 0,1-1 0,-1 1 0,1-1 0,-1 1 0,4 0 0,-5-1 0,3 1 0,-3 1 0,3 0 0,-3 1 0,3-3 0,-1 1 0,-1 4 0,3-3 0,-1 4 0,2-8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1:09.58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1 477 24575,'5'-4'0,"1"-1"0,-4 1 0,3 1 0,0-1 0,-1 3 0,3-3 0,-2 2 0,2-1 0,0 1 0,-2 0 0,2-1 0,-2-1 0,-1-1 0,1 2 0,1-1 0,2 1 0,-2-1 0,0-1 0,-4 0 0,3 3 0,2-3 0,-2 3 0,2-1 0,0-1 0,-2 3 0,4-6 0,-4 4 0,2-2 0,-2 1 0,-1 2 0,1-3 0,-1 3 0,3-5 0,-1 4 0,3-4 0,-4 4 0,2-1 0,-3 3 0,1-3 0,-1 2 0,1-3 0,-1 3 0,3-5 0,-1 6 0,0-6 0,1 3 0,1-4 0,-1 2 0,0 0 0,-2 3 0,-1-1 0,1 1 0,5-7 0,-4 7 0,4-10 0,-5 8 0,0-2 0,-1 2 0,1 1 0,-1-1 0,-1 0 0,-1 1 0,0-1 0,-2 1 0,2-1 0,-2 0 0,2-2 0,4-3 0,-1 2 0,2-2 0,0 3 0,-2 2 0,2-2 0,-2 2 0,-1 1 0,1-1 0,-3 0 0,2 1 0,-1-1 0,1 1 0,1-1 0,-1 3 0,1-5 0,0 4 0,0-4 0,-1 2 0,1 1 0,-1-1 0,-1 1 0,3-3 0,-3 1 0,4-1 0,-2 3 0,-3-1 0,2 1 0,-3-1 0,3 0 0,-2-2 0,1 2 0,1-2 0,-3 3 0,1 3 0,-11 1 0,5 5 0,-9 0 0,8-3 0,-4 4 0,3-4 0,-1 4 0,5-3 0,-2 1 0,-1-1 0,-2 1 0,1-2 0,-2 5 0,4-2 0,-8 8 0,6-7 0,-4 4 0,5-6 0,0-1 0,1-1 0,-1-2 0,1 2 0,-1 0 0,3 3 0,-5 2 0,4-2 0,-4 2 0,2-3 0,1 1 0,-1-1 0,-2-1 0,2 1 0,-2-2 0,2 3 0,1-1 0,-1 1 0,1-1 0,-1-1 0,2 1 0,-3-1 0,3 1 0,-4 1 0,2 0 0,1-1 0,-3 1 0,1-1 0,-1 1 0,3-2 0,-1 1 0,3-2 0,-5 8 0,4-4 0,-5 3 0,4-4 0,-1-3 0,-2 5 0,2-4 0,-2 4 0,4-3 0,-3 3 0,3-2 0,-2 2 0,0 0 0,3-2 0,-3 2 0,0-2 0,3-1 0,-2 1 0,3-1 0,-3-1 0,4-1 0,-2-2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1:28.69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1 476 24575,'4'7'0,"1"0"0,0-3 0,-1 1 0,5 3 0,-4-2 0,4 2 0,-5-5 0,1 1 0,-1-2 0,-1 3 0,1-3 0,-2 2 0,3-1 0,-3 1 0,2-1 0,-1 1 0,1-4 0,1 4 0,-1-1 0,1 1 0,-1 1 0,3 2 0,-2-2 0,4 1 0,-6-1 0,4 2 0,-5-2 0,3 2 0,2-2 0,-4-1 0,6 3 0,-6-1 0,4 3 0,-2-4 0,-1 2 0,-1-3 0,1 1 0,-2-1 0,1 1 0,1 0 0,-4-1 0,7 1 0,-6-1 0,5 1 0,-5 0 0,3-1 0,-2 1 0,1-1 0,1 1 0,-2-1 0,1 1 0,1-1 0,-2 1 0,3-1 0,0 1 0,-1-1 0,1 3 0,-1-2 0,1 0 0,0-1 0,-1-1 0,3 6 0,-1-3 0,1 4 0,-3-6 0,1 1 0,-1-1 0,1-1 0,5 1 0,-5-3 0,7 6 0,-8-4 0,4 4 0,-5-2 0,4-3 0,-2 2 0,-3-1 0,0 1 0,-2 1 0,0-1 0,0 1 0,0-1 0,0 1 0,2-1 0,1 3 0,2 1 0,0-1 0,0 3 0,-3-5 0,5 4 0,-6-4 0,3 2 0,-2 0 0,-1-2 0,1 2 0,-2-2 0,0-1 0,0 1 0,2-1 0,1 1 0,1-1 0,-1 1 0,1-1 0,-4 1 0,7 0 0,-6-1 0,5 1 0,-3-1 0,-1 1 0,2-1 0,-3 1 0,3 0 0,-2-1 0,3 1 0,-1-1 0,-1 1 0,-1-1 0,-2 1 0,0-1 0,0 3 0,0-2 0,0 2 0,0-2 0,0-1 0,0 1 0,0-1 0,0 1 0,0-1 0,0 1 0,0-1 0,0 1 0,0 2 0,0-2 0,0 2 0,0-3 0,0 1 0,0 2 0,0-2 0,0 2 0,0-3 0,0 1 0,0-1 0,0 1 0,0-1 0,0 3 0,0-1 0,0 0 0,0-1 0,0-1 0,0 1 0,0 0 0,0-1 0,0 1 0,0-1 0,0 1 0,2-1 0,0 1 0,1-1 0,1 1 0,-2-1 0,8 3 0,-4-1 0,4-1 0,-6-3 0,3-2 0,-2 2 0,2 0 0,0 3 0,-2-2 0,4-1 0,-3-2 0,0 2 0,-1-2 0,0 2 0,-1 0 0,1 1 0,-3 2 0,2-3 0,-1 2 0,1-3 0,1 1 0,2 0 0,-2-2 0,4 3 0,-4-3 0,2 0 0,-2 0 0,-1 2 0,1-2 0,-1 2 0,1-2 0,2 0 0,0 0 0,1 0 0,-1 0 0,2 0 0,-3 0 0,6 0 0,-7 0 0,5 0 0,-5 0 0,2 0 0,-3 0 0,1 0 0,-1 0 0,1 0 0,-1 0 0,1 0 0,-1 0 0,1 0 0,-1 0 0,1 0 0,2-2 0,-2-1 0,2-2 0,-3 3 0,1-2 0,-1 1 0,-1-1 0,1-1 0,-2 0 0,3 1 0,-1-1 0,1 1 0,-1-1 0,-1 0 0,1 1 0,-1-1 0,1 1 0,1 1 0,-1-1 0,-1 1 0,-1-1 0,0-1 0,-2 1 0,2-1 0,-2 0 0,0 1 0,0-1 0,0 1 0,0-1 0,0-2 0,0 2 0,0-2 0,0 2 0,0 1 0,0-1 0,0 1 0,0-1 0,0 0 0,0 1 0,0-1 0,0 1 0,0-1 0,0 0 0,0 1 0,0-1 0,0 1 0,2-1 0,1-2 0,7-2 0,-3 3 0,3 0 0,-5 6 0,2-3 0,-2 1 0,2-3 0,-3 2 0,1 1 0,-1 0 0,1 0 0,-1-1 0,1-1 0,-1 4 0,1-4 0,-1 3 0,1-3 0,-1 3 0,4-8 0,-3 7 0,2-5 0,-2 5 0,2-1 0,-2-1 0,2 1 0,-3 1 0,3 0 0,1-1 0,-1-2 0,0 2 0,-2-1 0,-1 4 0,1-4 0,2 3 0,-2-3 0,4 4 0,-4-4 0,4 3 0,-3-1 0,3 0 0,-4 1 0,2-3 0,-3 3 0,1-1 0,0 2 0,-1-2 0,1 2 0,-1-2 0,6-1 0,-4 3 0,3-5 0,-4 5 0,-1-4 0,1 3 0,-1-3 0,1 4 0,-1-2 0,3-1 0,1 3 0,-1-5 0,0 5 0,-2-2 0,-1 0 0,6-3 0,-4-1 0,3 1 0,-4 3 0,2 0 0,-2-1 0,2-2 0,-3 3 0,1-2 0,-1 1 0,1-1 0,-1 1 0,1-1 0,0 3 0,-1-3 0,1 2 0,-1-1 0,1-1 0,-1 2 0,1-1 0,2-1 0,-2 1 0,2-2 0,-3 1 0,1 1 0,-1-1 0,6-1 0,-4 0 0,3-1 0,-4 2 0,-1 4 0,1-4 0,-1 1 0,1 1 0,-1-3 0,6 0 0,-4 2 0,9-7 0,-10 9 0,5-6 0,-5 5 0,-1-1 0,3-1 0,-2 1 0,2-1 0,-2-1 0,-1 2 0,1-1 0,2 2 0,-2-3 0,2 2 0,-3 1 0,1 0 0,-1 2 0,1-4 0,-1 1 0,1 0 0,-1-1 0,1 4 0,-1-2 0,1 0 0,-1-1 0,1 1 0,-1 0 0,1 0 0,2-3 0,-2-1 0,4-3 0,-4 6 0,5-6 0,-5 8 0,2-6 0,-3 7 0,3-4 0,-2 1 0,2 0 0,-2-1 0,-1 2 0,6-6 0,-4 3 0,3 0 0,-4 1 0,0 1 0,-1-1 0,1 1 0,-1-1 0,1 3 0,-1-3 0,1 4 0,-1-4 0,1 3 0,-1-1 0,3 2 0,-2 0 0,13 0 0,-11 0 0,9 0 0,-12 0 0,1 0 0,-1 2 0,1-1 0,-1 1 0,1-2 0,-1 0 0,1 0 0,-1 0 0,3 0 0,-2 0 0,1 0 0,-1 0 0,-1 0 0,1 0 0,0 0 0,-1 0 0,3 0 0,-2 0 0,2 0 0,-2 0 0,-1 0 0,1 0 0,-1 0 0,1 2 0,-1-2 0,1 2 0,-1-2 0,1 0 0,-1 0 0,1 0 0,-1 0 0,1 0 0,-1 0 0,3 0 0,-2 0 0,2 0 0,-2 0 0,-1 0 0,3 0 0,-2 0 0,2 0 0,0 0 0,-2 0 0,2 0 0,-2 0 0,-1-2 0,3-1 0,-2 1 0,2 0 0,-2 2 0,-1-2 0,1 1 0,-1-3 0,1 3 0,-1-1 0,1 4 0,-1 1 0,11 9 0,-8-6 0,7 7 0,-10-9 0,-1 1 0,-1-1 0,-4 1 0,-3 2 0,0-2 0,-2 0 0,0 1 0,1-3 0,-1 4 0,3-2 0,-1-1 0,3 1 0,-3 2 0,3-2 0,-1 2 0,1-3 0,2 1 0,0-1 0,0 1 0,-2 2 0,-1-2 0,0 2 0,1 0 0,2-2 0,0 2 0,0-3 0,0 3 0,0-2 0,0 2 0,0-2 0,0-1 0,0 1 0,0-1 0,0 1 0,0-1 0,0 1 0,0-1 0,0 3 0,2-2 0,1 2 0,-1-2 0,2-1 0,-3 1 0,3 1 0,-4 2 0,2-1 0,-2 0 0,0-3 0,0 3 0,0-2 0,0 2 0,0 0 0,0-2 0,0 2 0,0-2 0,0-1 0,0 1 0,2-1 0,-1 1 0,1 0 0,0-1 0,-2 1 0,4-1 0,-3 1 0,1 1 0,-2-1 0,2 2 0,-1-3 0,3 3 0,-2-2 0,1 2 0,1-4 0,-1 1 0,1-2 0,1 3 0,-1-3 0,1 5 0,-1-6 0,1 3 0,0-4 0,-1 0 0,1 0 0,-1 2 0,1-1 0,-1 1 0,1 0 0,-1-2 0,1 2 0,-1 0 0,1-1 0,-1 1 0,1 0 0,-1-2 0,1 4 0,-1-1 0,1-1 0,5 0 0,-5 0 0,5-1 0,-5 1 0,-1 0 0,1-2 0,2 2 0,-2-2 0,2 0 0,0 0 0,0 0 0,1 0 0,1 0 0,-4 0 0,4 0 0,-4 0 0,5 0 0,-3 0 0,1 0 0,-1 0 0,-3 0 0,1 0 0,-1 0 0,1 0 0,-1 0 0,1 0 0,2 0 0,-2 0 0,2 0 0,0-4 0,-2 1 0,2-4 0,2-1 0,-3 3 0,2-2 0,-4 2 0,-1-2 0,1 2 0,1-2 0,-3 3 0,2 1 0,-1-1 0,0 1 0,-1-1 0,-2-1 0,0 1 0,2-1 0,0 0 0,1 1 0,-1-1 0,-2 1 0,0-1 0,0 0 0,0 1 0,2-1 0,-2 1 0,2-1 0,-2 0 0,0 1 0,0-3 0,2 2 0,-1-2 0,3-2 0,-2 3 0,3-1 0,2 5 0,7 2 0,-4 0 0,8-3 0,-12 3 0,4-3 0,-3 3 0,-2 0 0,4 0 0,-1 0 0,-1-2 0,0 2 0,-2-2 0,-1 2 0,1 0 0,-1-2 0,1 1 0,-1-1 0,3 2 0,-2 0 0,7-2 0,-6 1 0,6-1 0,-4 2 0,4 0 0,-3-2 0,0 1 0,-2-1 0,-2 2 0,2 0 0,0 0 0,-2 0 0,7 0 0,-6 0 0,9-2 0,-9-1 0,6 0 0,-7 1 0,4 2 0,-4 0 0,2 0 0,0 0 0,1 0 0,-1 0 0,4-2 0,-3-1 0,2 0 0,-3 1 0,0 2 0,0-2 0,1 1 0,-1-1 0,-3 2 0,6-2 0,1-1 0,0-2 0,1 2 0,-7 1 0,7-3 0,-4 2 0,8-5 0,-6 3 0,5-3 0,-5 5 0,2-1 0,-4 1 0,4-2 0,-6 2 0,3-2 0,-4 5 0,-1-2 0,1 2 0,-1-2 0,1-3 0,0 4 0,-1-3 0,1 4 0,-1-2 0,1 1 0,-1-3 0,1 1 0,0 1 0,1-2 0,0 3 0,0-1 0,-1 0 0,0 1 0,-1-3 0,1 4 0,1-5 0,0 3 0,1-3 0,-1 2 0,0 1 0,1 0 0,-3 2 0,3-4 0,-2 3 0,4-3 0,-3 3 0,3-4 0,1 3 0,3-6 0,1 2 0,-4-1 0,2 2 0,-4 0 0,5 2 0,1-4 0,-5 4 0,7-5 0,-8 6 0,5-3 0,-5 5 0,4-5 0,-6 4 0,6-3 0,-7 3 0,4-1 0,-4 2 0,2 0 0,0-4 0,-2 2 0,7-7 0,-6 6 0,6-2 0,0-2 0,-3 4 0,2-4 0,-1 0 0,-5 3 0,7-3 0,-4 0 0,0 3 0,4-8 0,-6 9 0,9-8 0,-9 8 0,6-6 0,-7 8 0,7-8 0,-6 5 0,8-6 0,-8 5 0,11-7 0,-8 4 0,3 0 0,-3-1 0,-4 6 0,2-4 0,3 2 0,-4 0 0,6 0 0,-7 3 0,7-5 0,-6 3 0,3-1 0,-2 3 0,-2 0 0,2-1 0,-2 1 0,-1 0 0,1 0 0,2-3 0,-2 2 0,7-4 0,-7 6 0,7-3 0,-6 3 0,3-3 0,-4 3 0,7-6 0,-6 6 0,9-4 0,-7 3 0,4-1 0,-4-2 0,-1 2 0,3-6 0,-4 5 0,14-9 0,-8 5 0,3 2 0,0-3 0,-9 7 0,6-5 0,-7 5 0,7-6 0,-4 1 0,2 1 0,2-1 0,-1 2 0,0 1 0,1-3 0,-2 2 0,4-1 0,-3-2 0,-1 1 0,1-1 0,-4 2 0,4 0 0,-1 3 0,-4 0 0,3-1 0,-4 1 0,0 1 0,-1-3 0,1 5 0,-1-2 0,3-3 0,-2 4 0,4-5 0,-3 3 0,1 0 0,-5-1 0,2 4 0,-1-2 0,1 0 0,1 1 0,4-3 0,-1 3 0,8-6-6784,4 0 6784,-3-1 0,13-3 0,-6 2 0,12-3 0,3-1 0,5 0 0,4-1 6784,0 0-6784,0 0 0,-4 1 0,-5 0 0,-4 3 0,-14-1 0,-4 7 0,-12 0 0,-3 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2:02.717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276 2248 24575,'-56'0'0,"18"2"0,-43 12 0,50-5 0,-14 5 0,33-9 0,7-5 0,-2 4 0,20-1 0,-4-1 0,15 0 0,-10-2 0,1 0 0,1 0 0,8 0 0,3 0 0,3-2 0,1-2 0,-10-1 0,-2 1 0,-9 0 0,-2 3 0,1-1 0,-4 0 0,2 1 0,-3-1 0,-22 3 0,13-1 0,-27 5 0,21 1 0,-3 1 0,1-1 0,8-3 0,-6 4 0,5-2 0,-3 2 0,7-3 0,2 1 0,17-3 0,2 0 0,15-2 0,-4-5 0,-6 1 0,-4-4 0,-1 2 0,1-2 0,7-1 0,4-6 0,-3-1 0,-1-2 0,-12 5 0,-1 5 0,-7 1 0,-4 4 0,3-4 0,-5 2 0,1 1 0,-14 1 0,-8 1 0,-3 5 0,-4 0 0,14 0 0,-3 1 0,0-1 0,-4 3 0,3-1 0,3-2 0,7 2 0,7-3 0,18 1 0,2-1 0,17-2 0,-6-3 0,8-1 0,5-3 0,10-3 0,0-1 0,-6-3 0,-9 1 0,-14 4 0,-8 1 0,-10 3 0,-5 0 0,2 1 0,-3-1 0,1-6 0,-2 4 0,0-5 0,0 8 0,-2 1 0,-10 1 0,3 2 0,-11 0 0,10 0 0,-6 3 0,0 0 0,-1 0 0,0 1 0,2-1 0,4 0 0,-7 2 0,1-2 0,-6 3 0,-4-3 0,7 2 0,2-4 0,3 3 0,9-3 0,-3 1 0,4-2 0,-2 2 0,25-11 0,-10 7 0,22-11 0,-8 2 0,13-4 0,1-2 0,6 0 0,-8 4 0,-3 4 0,-1-3 0,-2 0 0,2-1 0,-9-1 0,-3 7 0,-4-2 0,-8 7 0,11-9 0,-8 7 0,3-6 0,-5 6 0,2-4 0,-3 5 0,4-4 0,-6 5 0,3-5 0,-2 4 0,8-7 0,-8 7 0,7-4 0,-7 4 0,8-4 0,-3 3 0,1-1 0,4 0 0,-9 3 0,4-1 0,-6-1 0,1 3 0,-1-3 0,1 2 0,-1-3 0,1 2 0,-1-1 0,1 2 0,2-3 0,-2 0 0,2 0 0,-3 3 0,6-2 0,-4 3 0,9-4 0,-10 2 0,7-2 0,-1 3 0,-3-3 0,7 3 0,-10-1 0,10-4 0,-9 3 0,9-3 0,-7 2 0,2 2 0,-1-4 0,-3 6 0,6-6 0,-4 7 0,5-5 0,-6 2 0,5-2 0,-6 3 0,11-8 0,-8 6 0,4-5 0,-6 7 0,2-3 0,-3 4 0,4-6 0,-6 7 0,6-5 0,-4 3 0,8-4 0,-8 2 0,6-1 0,-4 0 0,-1 0 0,3 0 0,0 0 0,-2 0 0,7 0 0,-7 0 0,7-1 0,2 1 0,3-3 0,6-1 0,-3-2 0,0-1 0,-5 4 0,-2-2 0,0 2 0,-3 2 0,3-7 0,-3 9 0,1-6 0,-3 5 0,1 0 0,-1-1 0,-1 3 0,5-4 0,-9 6 0,6-6 0,-7 7 0,5-7 0,-5 4 0,7-5 0,-7 6 0,8-3 0,-8 2 0,2-1 0,2-1 0,1 0 0,0 2 0,3-2 0,-6 3 0,1-1 0,4-7 0,-4 8 0,8-8 0,-5 9 0,2-3 0,-1 1 0,5-3 0,2-2 0,8-1 0,-4 0 0,7 0 0,-3 0 0,4 0 0,-1-1 0,1-1 0,-1 1 0,1 1 0,-1-3 0,-4 3 0,-3 0 0,-5-1 0,-7 4 0,1-1 0,-7 2 0,5 0 0,-5 3 0,4-3 0,-4 3 0,2-3 0,-2 2 0,2 1 0,-2 0 0,4-1 0,-4-4 0,2 4 0,3-4 0,-2 3 0,7-2 0,-4-1 0,4 4 0,-7 1 0,7-1 0,-4 0 0,8-2 0,1-1 0,0 0 0,-4 1 0,2-1 0,0 1 0,1 2 0,-2-2 0,1 2 0,-1-5 0,3 2 0,-3 0 0,-2 1 0,-2 2 0,-2-2 0,1-2 0,-4 4 0,6-6 0,-5 6 0,8-5 0,-11 4 0,6 1 0,-5-2 0,6 0 0,-5 2 0,7-5 0,-4 3 0,5 1 0,0-3 0,-3 4 0,0-2 0,0 0 0,0 0 0,3-1 0,-3 1 0,7-3 0,-8 3 0,5-3 0,-10 5 0,3-1 0,-3 3 0,1-3 0,4 1 0,-1-2 0,2 0 0,-3 2 0,2-2 0,-1 0 0,0 1 0,4-3 0,-4 4 0,0-2 0,5 0 0,-4-2 0,8 1 0,-3-4 0,-1 4 0,0-5 0,-6 4 0,9-2 0,-2-1 0,9 1 0,-5 0 0,1 0 0,-5 2 0,2 0 0,-5-2 0,1 5 0,1-3 0,-5 4 0,5-2 0,-3-1 0,3 4 0,4-3 0,4 2 0,-9-3 0,-1 3 0,-4-1 0,-4 3 0,4-1 0,-6 0 0,1 1 0,2-3 0,-2 2 0,7-4 0,-7 4 0,10-3 0,-9 4 0,6-3 0,-4 1 0,4 0 0,-1-1 0,4 1 0,-7 0 0,4-2 0,12-3 0,-4 1 0,13-4 0,-10 3 0,0 2 0,3-6 0,-5 6 0,-2 0 0,-3 1 0,0 2 0,1-2 0,-1 2 0,0-2 0,-3 2 0,6-3 0,4 0 0,4 0 0,4 0 0,13-3 0,-10 3 0,10-3 0,-17 0 0,9-2 0,-10 1 0,10-1 0,-12 5 0,-1-2 0,-6 4 0,-2-3 0,1 4 0,4-3 0,0 1 0,-3 2 0,-2-2 0,1 2 0,4-3 0,13-2 0,-7 1 0,7-1 0,-7 2 0,-2 0 0,2 0 0,-3 1 0,-3-1 0,-4 1 0,0-1 0,-6 3 0,3-1 0,-6 3 0,0-1 0,3 2 0,-4 0 0,3-2 0,-4 1 0,1-3 0,-1 2 0,2-1 0,-2-1 0,-1 4 0,1-5 0,1 3 0,0-1 0,3-1 0,-2 3 0,1-1 0,4-1 0,-6 3 0,9-5 0,-7 4 0,7-3 0,-4 1 0,4 0 0,2-2 0,-1 2 0,1 0 0,-2-2 0,-4 4 0,14-6 0,-6 1 0,15-6 0,-4 3 0,6-3 0,-1 5 0,-4-2 0,-2 3 0,-11 2 0,-1 0 0,-5 1 0,-6 0 0,8-4 0,-8 6 0,4-6 0,-6 6 0,3-1 0,-1 2 0,3-2 0,0 2 0,2-5 0,-2 4 0,1-3 0,-5 3 0,7-6 0,-4 6 0,7-8 0,-6 8 0,3-6 0,-5 6 0,6-4 0,-3 2 0,3 1 0,-3-3 0,-3 2 0,6-2 0,-3 0 0,7 0 0,-4 2 0,4-2 0,-3 4 0,-1-1 0,-1 0 0,-7 1 0,14-10 0,-11 8 0,14-9 0,-11 9 0,2 0 0,2-2 0,-1 2 0,-1 0 0,2-1 0,-1 1 0,5-3 0,11-2 0,-5 1 0,5-1 0,-16 5 0,1-4 0,-9 6 0,6-8 0,-7 7 0,2-4 0,-2 5 0,2-3 0,-2 4 0,2-3 0,2 3 0,-3 0 0,9-2 0,-9 1 0,8-3 0,-8 3 0,6-4 0,-4 5 0,-1-2 0,5-1 0,-6 3 0,4-3 0,-6 3 0,1 0 0,1 0 0,1 0 0,0 0 0,0 0 0,-3-2 0,-17-1 0,9 1 0,-16 0 0,14 2 0,-17 0 0,15 0 0,-18 0 0,20 0 0,-4 2 0,6-2 0,-6 2 0,2-2 0,-8 2 0,3-1 0,2 1 0,-4 1 0,4 0 0,-2 2 0,2 0 0,4-2 0,0 1 0,2-4 0,-7 5 0,6-5 0,-6 7 0,7-6 0,-4 4 0,3-3 0,-3-2 0,4 2 0,-5 0 0,3-1 0,-3 1 0,-3 3 0,5-4 0,-9 4 0,5 0 0,-1-4 0,-1 6 0,3-4 0,-6 2 0,4 0 0,0-2 0,6 1 0,-5-3 0,3 1 0,-6 0 0,4-1 0,-4 4 0,1-5 0,-2 7 0,3-5 0,-3 7 0,6-8 0,-9 4 0,2-3 0,-16 7 0,10-2 0,-1 1 0,9-4 0,9-1 0,-3 0 0,4 1 0,0-4 0,-1 4 0,1-3 0,-2 1 0,2-2 0,1 2 0,-3-1 0,2 1 0,-7 0 0,3-2 0,-3 3 0,-3 4 0,1-6 0,-2 6 0,1-5 0,2-1 0,-1 1 0,-1 1 0,4-3 0,-4 5 0,6-4 0,-5 1 0,8 0 0,-6-1 0,4 1 0,-2 0 0,2-2 0,-4 5 0,6-5 0,-6 3 0,0-3 0,3 2 0,-8-2 0,11 2 0,-9 1 0,7-3 0,-7 3 0,-2-3 0,-3 2 0,-3 1 0,3 1 0,4-2 0,1 0 0,4 1 0,-2 0 0,3 2 0,1-5 0,-4 7 0,3-6 0,-3 8 0,6-6 0,-5 5 0,6-4 0,-6 4 0,7-5 0,-7 6 0,3-6 0,-6 7 0,1 1 0,3-2 0,-4 4 0,0-2 0,-2 1 0,0-1 0,1 2 0,-2 2 0,-5 4 0,-17 16 0,9-13 0,-11 10 0,15-13 0,-9 3 0,0 1 0,-10 5 0,0 1 0,-5 3 0,0-2 0,0 2 0,1-7 0,5-1 0,2-4 0,8-1 0,1-1 0,6 1 0,1-4 0,3 0 0,5-4 0,5-5 0,1 1 0,1 1 0,-2-1 0,0 3 0,-1-5 0,1 3 0,-6 0 0,-7 10 0,0-2 0,-5 6 0,2-4 0,-1 1 0,-3-1 0,-7 6 0,-4 0 0,-9 5 0,-1 0 0,-3 0 0,0 0 0,-5 1 0,-22 9 0,15-10 0,-9 5 0,22-13 0,3 0 0,-4 4 0,5-3 0,-4 6 0,7-6 0,-2 2 0,4-3 0,-1-1 0,1 1 0,0 0 0,0-4 0,0 0 0,0-3 0,0-1 0,-18 7 0,18-5 0,-13 4 0,26-7 0,-3-2 0,7 2 0,-4-5 0,5 1 0,-1-2 0,4 0 0,1 0 0,6 2 0,3-2 0,2 2 0,-2-3 0,-6 1 0,-4 2 0,-7 2 0,-19 3 0,10-3 0,-10-1 0,19-3 0,7-3 0,8 0 0,7-3 0,7 0 0,1 0 0,-3 0 0,-1 0 0,1 0 0,0 0 0,5-4 0,0-2 0,2-1 0,2-5 0,1 4 0,7-8 0,-4 7 0,7-6 0,-8 9 0,5-6 0,-5 7 0,7-5 0,-4 5 0,3-3 0,-2 3 0,-1 1 0,1-2 0,4 1 0,3-3 0,8-1 0,3-3 0,3 0 0,-6 3 0,-4 3 0,-4 1 0,0-1 0,7-3 0,4-3 0,4 0 0,13-6 0,-7 4 0,12-4 0,-10 5 0,0 0 0,0 0 0,0 0 0,0 0 0,-1 0 0,1 0 0,0 0 0,0 0 0,-4 1 0,-1-4 0,-3 3 0,-1-2 0,-2 0 0,-1 3 0,10-8 0,-14 7 0,7-1 0,-15 7 0,-1-1 0,2 0 0,-3-1 0,2 2 0,2-1 0,3-1 0,6-3 0,1 0 0,4 0 0,-1 0 0,4-1 0,1 0 0,4 0 0,0-3 0,0 0 0,0-1 0,17-4 0,-13 6 0,14-4 0,-19 6 0,1 1 0,0-1 0,-4 0 0,0 3 0,-5 1 0,1 0 0,-1 0 0,1-1 0,-4 2 0,-1 2 0,-6-2 0,-6 2 0,1-2 0,-10 3 0,7 0 0,-6 3 0,6-3 0,-1 2 0,9-5 0,-3 3 0,-2-1 0,0 1 0,-7 5 0,8-5 0,-3 0 0,6-1 0,1-2 0,3 2 0,-6 0 0,-4 3 0,-1-1 0,-6 3 0,6-4 0,-7 5 0,0-2 0,-3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2:11.145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0 2051 24575,'19'-6'0,"0"-2"0,-3-1 0,1 1 0,7-2 0,-4 4 0,8-5 0,-1 1 0,0-1 0,-1-1 0,-3 0 0,10-4 0,-7 3 0,7-4 0,-10 6 0,-6 0 0,1 2 0,-5-1 0,1 4 0,1-1 0,-2-1 0,7-1 0,0-5 0,0 5 0,-3-2 0,-2 5 0,2 1 0,6-4 0,4 0 0,15-9 0,-16 7 0,14-6 0,-12 5 0,16-5 0,5-7 0,14 1 0,1-7 0,10 3 0,6-5-622,9-6 622,-2 4 0,1-4 0,-3 6 0,-3-1 0,4 1 0,-6 0 0,0-1 0,0 1 0,-22 13 0,0-1 0,26-10 0,-29 11 0,-1 1 0,15-6 0,0-2 0,0 3 0,-6 3 0,-4 2 0,-11 8 0,-9 0 0,-16 6 0,-16 2 622,-27 7-622,-3-1-3277,-31 18 0,14-2 3162,-4 5 0,-3 3 115,-27 12 0,22-9 0,-2 0-581,8-6 0,1-2 581,-6 4 0,-1 0 0,3 0 0,0-1-239,-2 1 0,-1 0 239,4-1 0,0 0 0,-1-1 0,1-1 0,-41 19 0,1-6 0,13-6 0,6-3 3276,10-3-581,24-11-2695,10-4 0,25-13 1671,24-13-1671,9-5 782,30-15-782,-7 6 0,5-1 0,-8 4 0,3 0-272,19-9 0,3 2 272,-17 10 0,-1 1 0,-3 2 0,-1 2 0,-2 3 0,-2 1 0,35-11 0,-36 12 0,-24 8 0,-37 13 0,-8 2 0,-9 6 0,-4-3 544,-8 1-544,-9 4 0,-16 6 0,-12 5 0,-11 5-447,39-16 1,-2 0 446,0 0 0,0 1 0,-2-1 0,-1 1 0,3-1 0,0 0 0,1 0 0,0 0-287,-38 13 287,33-13 0,2 0 0,-16 3 0,3 1 0,45-13 0,13-5 0,2 1 0,1-4 879,-3 4-879,3-1 301,15 0-301,6-4 0,18-3 0,9-5 0,15-7 0,23-8 0,-31 8 0,4 0-925,11-3 0,4 0 925,11-4 0,4-1-1093,-20 8 1,2-1 0,2 0 127,6-3 0,2 1 1,1-1 964,6-1 0,3 1 0,-1 0-790,1-1 0,-1 1 0,1-1 790,2 0 0,0 1 0,0-1 0,-6 1 0,0 0 0,-1-1 0,1 1 0,0 0 0,-2 0-343,-7 1 1,0 0 0,-2-1 342,-1 2 0,-1-1 0,-2 0 0,21-6 0,-3 2 0,-12 2 0,-4 2 0,-8 2 0,-5 2 900,26-9-900,-18 4 3276,-33 5-1617,-14 6 1617,-16 2-3053,-4 4 1861,-5 1-2084,-4 2 0,-6 0 0,-5 0 0,-10 0 0,-18 4 0,-20 4 0,-17 9-810,35-7 1,-2 2 809,-5 4 0,-2 0 0,-5 1 0,-2 0 0,0 2 0,1 1-547,-1-1 1,1 0 546,7-1 0,1 0 0,5-2 0,2 0 0,-36 12-112,-4 4 112,34-11 0,-3 4 0,26-10 1516,7 1-1516,2-1 1179,-1 0-1179,0-3 129,-4 3-129,-3-2 0,-1 2 0,-8-2 0,-1 1 0,-9 0 0,-1 0 0,1-3 0,0-1 0,-8 0 0,17-3 0,2-1 0,25-3 0,5-1 0,6 1 0,-6 2 0,1 0 0,-2 5 0,-4-3 0,1 4 0,2-6 0,-8 3 0,-3 1 0,-18 8 0,-7-3 0,-13 5 0,-1-5 0,-10 2 0,24-5 0,0 0 0,-27 6 0,-17 5 0,41-11 0,0-1 0,5-3 0,0 0 0,4-1 0,1 1 0,8-1 0,-4 0 0,8 3 0,-3-2 0,3 2 0,1-3 0,-1 0 0,0-3 0,4 3 0,1-3 0,3 0 0,8 0 0,0-1 0,10 0 0,-4 1 0,4-1 0,-4-2 0,3 0 0,-3 2 0,-14 4 0,4 0 0,-17 2 0,9-2 0,0 0 0,1-1 0,11-1 0,2-2 0,8 0 0,28-11 0,-6 6 0,22-13 0,-10 6 0,19-5 0,-4 5 0,17-3 0,-8 3 0,26-1 0,-19-1 0,18 2 0,-34 0 0,-1 0 0,-4 0 0,-4-2 0,0 2 0,12-8 0,-12 2 0,17-6 0,-17 3 0,5-4 0,0-1 0,0 0 0,0 1 0,-5 4 0,-1 0 0,-3 4 0,-4 0 0,-1 6 0,-3 0 0,-3 4 0,-6 2 0,-2-2 0,-2 2 0,7 0 0,13-2 0,-5 2 0,8 0 0,-10 0 0,7 0 0,2 3 0,11-3 0,1 3 0,4-3 0,5-1 0,0-4 0,1 1 0,-2 0 0,-4 0 0,-4 1 0,-1-1 0,-8 1 0,0-3 0,-5-1 0,1-2 0,-4 0 0,0-2 0,-6 5 0,-1-1 0,-1 4 0,1-2 0,3 2 0,0-5 0,-6 3 0,-4-1 0,-1 2 0,-6 2 0,6 0 0,-4 0 0,4-2 0,-3 1 0,5-4 0,-8 5 0,9-8 0,-9 7 0,4-4 0,-5 5 0,-3-5 0,1 5 0,-3-5 0,0 5 0,-10 0 0,6 3 0,-13-1 0,3 3 0,-6 0 0,0 3 0,4-1 0,-13 6 0,6 1 0,-18 6 0,5 1 0,-2 4 0,-6 0 0,0 0 0,-13 8 0,20-10 0,3 2 0,19-12 0,7-6 0,-3 3 0,4-5 0,3 2 0,1-11 0,3 2 0,3-15 0,2 13 0,3-10 0,-1 10 0,-1-1 0,6-3 0,-10 7 0,10-6 0,-9 4 0,9-2 0,-6 2 0,4 1 0,-5 2 0,-3-1 0,2 1 0,-3-2 0,3 2 0,-4 1 0,2-6 0,-2 4 0,0-4 0,0 6 0,2-1 0,-1-1 0,3 0 0,-4 0 0,2 1 0,-2 1 0,4-3 0,-1 2 0,4-2 0,-5 3 0,5-3 0,-4 1 0,2-1 0,-1 3 0,-4-1 0,4-1 0,-1 1 0,4-4 0,-2 3 0,2 1 0,-3 1 0,1 2 0,-1-3 0,1 1 0,-1 1 0,3-1 0,-2 1 0,2-2 0,-2 1 0,-1-1 0,1 1 0,-1-1 0,1 0 0,0 3 0,1-5 0,0 4 0,3-9 0,-4 6 0,3-4 0,-4 6 0,1-1 0,-1 1 0,1-1 0,2-2 0,-2 2 0,2-2 0,-3 2 0,1 1 0,-1-1 0,1 0 0,-1 1 0,1-1 0,-1 1 0,1-1 0,2 0 0,-2 1 0,2-1 0,-3 0 0,1 1 0,-1-1 0,1 0 0,2-2 0,-2 2 0,2-4 0,-2 4 0,-1-2 0,1 2 0,-1 1 0,1-1 0,0 0 0,-1 1 0,1-1 0,-1 1 0,1 1 0,-1-1 0,1 3 0,7-8 0,-6 7 0,12-11 0,-13 12 0,10-8 0,-4 3 0,5-3 0,-3 2 0,6 1 0,-5-1 0,2 1 0,0-2 0,0 0 0,7-1 0,8-4 0,4 1 0,4-1 0,0 0 0,0 3 0,0 0 0,-4 1 0,-1 0 0,-3-1 0,-1-1 0,-4 4 0,-3-1 0,-11 5 0,3-2 0,-9 5 0,9-11 0,-9 10 0,7-9 0,-8 9 0,7-4 0,-1 2 0,2 0 0,2-1 0,-1 1 0,5-3 0,1 1 0,3-1 0,-6-2 0,1 2 0,6-7 0,-8 7 0,12-5 0,-14 6 0,3 2 0,-2-2 0,5 2 0,8-6 0,7-1 0,8-3 0,1-1 0,4 0 0,0 1 0,0-1 0,0 3 0,0-2 0,0 5 0,0-5 0,0 3 0,18-7 0,-18 3 0,16 1 0,-24 0 0,3 6 0,-8-2 0,0 2 0,-5-1 0,1-2 0,-4 1 0,-1 0 0,-3 3 0,0 0 0,0 1 0,-3-1 0,-6 3 0,0-2 0,-12 7 0,-13 11 0,-7 4 0,-50 40 0,27-24 0,-33 21 0,22-21 0,-7-3 0,-14 9 0,-10-1 0,36-16 0,-3 0-365,0-2 0,-2 0 365,1 2 0,-1 0 0,-1-4 0,1 0 0,3 1 0,-3 1 0,-25 8 0,-1 0 0,19-8 0,1 0 0,-18 7 0,3 0 0,-20 7 0,7-1 0,11-2 0,6 0 0,11-6 0,22-9 0,12-5 0,14-8 0,5 1 0,-2-1 0,2 1 730,1-4-730,-5 5 0,1-5 0,-4 2 0,-4-2 0,-5 6 0,-6-2 0,3 4 0,4-5 0,-2 3 0,-3-3 0,-10 3 0,0 1 0,4-4 0,19 0 0,7-3 0,35-8 0,27-10 0,35-14 0,-44 17 0,1-1 0,-1-3 0,-1 1 0,27-9 0,-10 0 0,-5 2 0,-11 4 0,-18 5 0,-9 5 0,-15 4 0,-1 2 0,-3 0 0,5 1 0,-4-1 0,6-2 0,-4 4 0,2-4 0,3 4 0,-4 1 0,9-3 0,-1 2 0,9-3 0,-3 0 0,0 3 0,-4-2 0,0 2 0,4-3 0,-5 3 0,-7 3 0,-25 9 0,6-2 0,-20 11 0,10-6 0,-16 11 0,-14 7 0,-12 8 0,-9 7 0,0 3 0,5-5 0,2-4 0,13-7 0,17-11 0,14-6 0,14-8 0,2-3 0,2 1 0,1-1 0,17-1 0,2-1 0,22-5 0,11-5 0,15-4 0,15-7 0,13-3-511,-41 9 0,2 0 511,2-3 0,1 0 0,2 2 0,1 0 0,-3-2 0,-1 1 0,-3 3 0,0 1 0,39-10 0,-16 6 0,-29 4 0,-25 4 0,-26 4 0,-12 3 0,-18 3 0,-25 7 0,-6 5 0,-27 12 1022,2 7-1022,40-14 0,-2 1 0,-3 1 0,0 1 0,0 0 0,0 0 0,2 0 0,2-1 0,4 0 0,2-1 0,-32 16 0,34-12 0,16-9 0,23-6 0,4-3 0,2 1 0,5-1 0,4-2 0,3-2 0,7 2 0,9-1 0,10 2 0,12 5 0,2 0 0,4 3 0,26 4 0,-24-3 0,18 2 0,-38-4 0,-1 0 0,-15-2 0,-7-2 0,-7 3 0,-7-6 0,1 6 0,-3-4 0,1 4 0,-5 5 0,-5 0 0,1-1 0,-9 1 0,5-6 0,-3 0 0,-12 7 0,6-4 0,-5 5 0,11-8 0,7-4 0,2-2 0,3-1 0,14 6 0,-1-4 0,12 4 0,4-1 0,6 1 0,20 1 0,11 3 0,17-2 0,0 1 0,5-1 0,-11-5 0,-6 1 0,-28-4 0,-14 1 0,-27 0 0,-18 1 0,-5 2 0,-4-3 0,7-1 0,-2 1 0,-3-2 0,-15 4 0,-8-1 0,-1 1 0,-4 0 0,13-3 0,13-1 0,11-3 0,11 0 0,3-2 0,-5-5 0,4 2 0,-3-2 0,-4 5 0,-1 2 0,-11 0 0,4 0 0,-2 0 0,-2 0 0,-3 0 0,-10 0 0,-4 0 0,0 0 0,15 0 0,8 0 0,15 0 0,3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2:18.529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1 1680 24575,'12'-12'0,"-2"3"0,-5 7 0,-1 2 0,3-2 0,10 1 0,-7-1 0,8 2 0,-10 0 0,4-2 0,1 1 0,0-1 0,-3 2 0,2 0 0,-4 0 0,5 0 0,-1-3 0,-4 3 0,7-3 0,-9 3 0,9 0 0,-7-2 0,7-1 0,-4 0 0,4 1 0,-4 0 0,4-1 0,-7 0 0,17-2 0,-11 2 0,9 0 0,-7-2 0,0 2 0,-2-3 0,2 3 0,-3-4 0,-3 6 0,6-6 0,-6 2 0,3-1 0,-1-1 0,-1 4 0,4-2 0,-1 0 0,-1 1 0,2-3 0,2 1 0,3-3 0,10-7 0,-11 6 0,7-3 0,-15 8 0,4-1 0,-1 1 0,-1 0 0,-3 0 0,-1 2 0,-1-3 0,0 2 0,4-3 0,-2 0 0,1 1 0,4-2 0,-9 4 0,6-1 0,3-3 0,-1 3 0,1-3 0,-5 3 0,0 0 0,-2 0 0,2 3 0,0-3 0,-5 2 0,7-2 0,-7 3 0,8-1 0,-6 3 0,3 0 0,0-2 0,-3 1 0,0-3 0,0 4 0,4-5 0,4 5 0,-4-5 0,6 2 0,-9-2 0,5 0 0,-3 2 0,2-1 0,-3 3 0,5-1 0,-5 2 0,3-2 0,-4 1 0,4-4 0,-6 5 0,8-5 0,-8 4 0,4-1 0,2-3 0,-1-4 0,5 3 0,0-7 0,-8 12 0,7-6 0,-7 4 0,7 0 0,-4 1 0,2 0 0,-6 1 0,5-4 0,-1 2 0,8-2 0,-2-1 0,-1 3 0,-3 1 0,-3 2 0,7-5 0,-5 4 0,2-4 0,-2 3 0,-1-1 0,0 0 0,1 1 0,-7 2 0,5-3 0,-5 3 0,7-2 0,-4 2 0,2 0 0,-4 0 0,1 0 0,-2 0 0,5-3 0,-3 3 0,10-5 0,-2 5 0,0-3 0,0 3 0,-4 0 0,2 0 0,3 0 0,-8 0 0,6 0 0,0 0 0,6-2 0,0 1 0,-3-2 0,1 3 0,-1-2 0,9-2 0,2-1 0,6 1 0,4-1 0,-11 4 0,2-2 0,-9 1 0,4-2 0,10 1 0,1-3 0,4 2 0,0 1 0,0-3 0,0 3 0,0-1 0,-4-2 0,-1 6 0,-7-6 0,-1 3 0,-3 0 0,-3 0 0,-1 1 0,-9 0 0,2-1 0,-5 1 0,6 0 0,-5 1 0,4-1 0,-4 2 0,-1 0 0,5-3 0,-1 3 0,0-3 0,4 3 0,-4-2 0,2 1 0,0-3 0,-3 3 0,0-1 0,7 0 0,-6 1 0,9-1 0,-7-1 0,7 0 0,-1-3 0,8 0 0,0 0 0,0 1 0,-1-1 0,0 0 0,2 0 0,2 0 0,1-1 0,-1 1 0,1 0 0,-4 0 0,2 0 0,-1 0 0,12-3 0,-10 3 0,10-3 0,-17 1 0,1 4 0,-10-1 0,0 2 0,-5 3 0,6-5 0,-7 4 0,7-1 0,-7 2 0,2 0 0,2 0 0,-1 0 0,3-2 0,1 1 0,-4-1 0,14-1 0,-6 0 0,11 0 0,-13-2 0,-1 5 0,-3-3 0,3 1 0,1 1 0,-3-1 0,1 2 0,-4-3 0,2 3 0,2-3 0,-1 3 0,-1 0 0,2-5 0,-7 4 0,14-4 0,-6 5 0,11 0 0,-4 0 0,0 0 0,0-2 0,0-1 0,0-1 0,3-1 0,-2 2 0,5-3 0,-2 3 0,4-3 0,-1 3 0,-2-3 0,1 2 0,-2-1 0,0 4 0,13-4 0,-13 2 0,12-3 0,-15 0 0,2 0 0,1 0 0,-4 0 0,4 0 0,-4 1 0,0-1 0,-4 0 0,-5 3 0,1-2 0,-7 5 0,8-3 0,-3 1 0,6-1 0,1-3 0,13-2 0,-7 1 0,7-1 0,-10 5 0,-1-2 0,1 1 0,4-1 0,-4-1 0,4 2 0,-4-1 0,0 2 0,-1-3 0,1 3 0,-3 1 0,-3 2 0,-2-3 0,-4 3 0,4-3 0,8 1 0,-1 1 0,8-2 0,-7 1 0,0 1 0,3-4 0,-2 2 0,6-1 0,-3-1 0,3 2 0,1-4 0,-1 4 0,1-2 0,-1 1 0,1-2 0,-1 0 0,1 0 0,-4 2 0,-1-1 0,4 2 0,-11 0 0,7 1 0,-18 2 0,7-3 0,-10 3 0,10-3 0,-9 3 0,9 0 0,-7 0 0,2 0 0,2 0 0,-1 0 0,2 0 0,3 0 0,-8 0 0,7-2 0,-1 1 0,7-4 0,-1 5 0,1-5 0,-10 2 0,3 0 0,-5 1 0,6 2 0,-2-2 0,3 1 0,-5-1 0,4 2 0,-4-2 0,5-1 0,-3 0 0,0-2 0,-6 4 0,6-1 0,5-3 0,-3 4 0,7-6 0,-5 6 0,2-4 0,4 2 0,4-5 0,0 1 0,7-5 0,-9 8 0,-2-2 0,-4 3 0,1 0 0,7-3 0,4 0 0,-1 0 0,1 0 0,-1 0 0,-4 2 0,-3-1 0,-10 4 0,2-1 0,-2 0 0,2 1 0,-2-2 0,-1-1 0,-6 2 0,8-2 0,-3 1 0,3 0 0,-2 0 0,1-1 0,-2 3 0,4-4 0,-2 0 0,6-1 0,-2 0 0,10-1 0,-6 3 0,9-4 0,-2-1 0,-1 3 0,-1-3 0,0 3 0,1 0 0,4 0 0,-4-2 0,-1 1 0,-3-1 0,-3 2 0,-4 3 0,0-4 0,-6 6 0,6-7 0,-6 6 0,8-6 0,-4 5 0,4-4 0,-7 4 0,1-2 0,-2 0 0,0 2 0,6-1 0,-6 3 0,6-6 0,-8 6 0,7-4 0,-7 5 0,8-8 0,-8 4 0,5-4 0,-3 4 0,1 3 0,6-3 0,-6 3 0,4-3 0,-5 3 0,2-3 0,-1 3 0,4-1 0,-7 2 0,7-3 0,-7 0 0,3 0 0,1-4 0,-7 6 0,8-6 0,-8 7 0,7-3 0,-7 1 0,10 2 0,-7-4 0,1 3 0,3-4 0,-4 5 0,8-5 0,-8 4 0,7-3 0,-9 3 0,8-4 0,-3 2 0,0-2 0,4 0 0,-4 0 0,2 0 0,3-1 0,-3 1 0,-2 0 0,8 0 0,-7 0 0,8 0 0,-9 2 0,4-5 0,-9 7 0,9-8 0,-9 7 0,8-7 0,-8 8 0,9-6 0,-9 6 0,3-1 0,-2-1 0,-2 3 0,2-2 0,-2 0 0,-1 1 0,3-1 0,0 2 0,0-2 0,0 1 0,0-3 0,-2 4 0,2-3 0,-2 3 0,-1 0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2:23.804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1 1347 24575,'18'-3'0,"4"-2"0,1-1 0,1-3 0,22-9 0,20-2 0,2-1 0,11 0 0,-21 7 0,0-1 0,0 1 0,-4-1 0,-2 1 0,-8 4 0,-1 0 0,-4 1 0,-4 1 0,-4-1 0,-5 4 0,-3-4 0,0 0 0,0-2 0,0-1 0,3 0 0,15-5 0,-7 3 0,10-3 0,-10 1 0,1 0 0,8-1 0,6 0 0,4 3 0,5 0 0,5-5 0,1 4 0,5-4 0,0 3 0,4 1 0,2 3 0,6-3 0,-1 2 0,0 1 0,-28 1 0,2 0 0,32 0 0,-35 1 0,-1-1 0,29 2 0,-9-5 0,8 5 0,-2-6 0,4 6 0,0-2 0,-5-1 0,4 3 0,-9-5 0,9 1 0,-9-2 0,9-1 0,-9 4 0,9 1 0,-9-1 0,-18 7 0,0-2 0,24-8 0,-25 7 0,-2 1 0,15-8 0,-6 0 0,-1 1 0,-8 0 0,3 0 0,-3 3 0,-1-2 0,0 5 0,0-2 0,-4 4 0,-1-1 0,-4 0 0,-4 1 0,-1 0 0,-4 0 0,8-3 0,-6 2 0,2-1 0,-8 2 0,0 0 0,2-2 0,2 1 0,1-2 0,-1 3 0,1 0 0,3-1 0,1-2 0,4-1 0,4 0 0,1 0 0,4 0 0,0-1 0,0 1 0,21-6 0,-15 4 0,15-5 0,-21 3 0,1 1 0,-1-1 0,0 0 0,-4 3 0,-1-1 0,-4 2 0,-1 0 0,-2-2 0,-2 2 0,-4 0 0,-8 2 0,-3 3 0,-12 2 0,0 1 0,0 0 0,-2-1 0,1 0 0,-1 1 0,-1 0 0,1 0 0,-21-1 0,3 1 0,-18 2 0,-20 3 0,27-3 0,-29 5 0,28-1 0,-14 5 0,-27 8 0,8-5 0,-17 8 0,22-10 0,-4 2 0,3 1 0,-4-5 0,0 6 0,0-3 0,0 0 0,0 3 0,-1-3 0,1 0 0,0 0 0,0-4 0,0 0 0,5 0 0,-17 3 0,25-3 0,-11 2 0,26-2 0,-1-1 0,7-1 0,4-1 0,5 0 0,1-1 0,-5 3 0,-1-1 0,3-2 0,-1 0 0,4-1 0,1-1 0,-3 4 0,6-5 0,-6 5 0,0-4 0,-21 4 0,6-5 0,-13 6 0,20-6 0,4 3 0,5-3 0,-2 0 0,-6 0 0,-4 3 0,-8 0 0,0 4 0,-4-1 0,0 0 0,0 1 0,-4-4 0,3 0 0,-3-3 0,0 0 0,-22 3 0,11-2 0,-15 2 0,21-3 0,-1 0 0,1 3 0,0-2 0,-21 8 0,19-7 0,-14 7 0,25-6 0,0 1 0,0 1 0,4-4 0,0 2 0,5 0 0,-1 0 0,4 0 0,2 0 0,5-3 0,7 0 0,-2 2 0,7-1 0,-8 1 0,3-2 0,-6 3 0,-5 0 0,-3 3 0,-7 0 0,-1 1 0,-4-1 0,0 0 0,0 1 0,4-1 0,0 0 0,5-2 0,-11 1 0,11-2 0,-3 3 0,16-3 0,2 2 0,7-5 0,-7 3 0,4-3 0,-3 0 0,-1 0 0,1 2 0,-5 1 0,-1 0 0,-6 0 0,2-1 0,-6 2 0,3 2 0,-3 0 0,-22 3 0,13-2 0,-18 2 0,18-6 0,0 3 0,-4-2 0,3 2 0,-7-2 0,7 2 0,-3-3 0,0 4 0,3 0 0,-3-1 0,4 1 0,0-1 0,0 0 0,0 1 0,4-4 0,-13 6 0,14-5 0,-10 4 0,17-2 0,-3 0 0,6 0 0,1 0 0,7-3 0,0 2 0,3-2 0,-3 4 0,5-1 0,-4 4 0,9-5 0,-4 0 0,3 2 0,2-6 0,-4 8 0,3-6 0,-1 4 0,5-3 0,0 1 0,2 1 0,0-1 0,0 2 0,0-3 0,0 1 0,0 1 0,0-1 0,0 2 0,0-3 0,0 1 0,0 1 0,0 5 0,0-4 0,0 3 0,0-5 0,0-1 0,0 3 0,0-2 0,0 1 0,0-1 0,0-1 0,4 3 0,-1-4 0,3 1 0,1-4 0,-2 0 0,7 0 0,-4 0 0,7 0 0,2 0 0,2 0 0,1 0 0,-3 0 0,-2-3 0,5 0 0,4-3 0,24-3 0,-10 2 0,15-5 0,-10 5 0,-4-6 0,8 6 0,-7-3 0,3 4 0,-7-1 0,1 1 0,-1 0 0,-1-1 0,3 1 0,-7 0 0,3-1 0,1 1 0,0 0 0,4-1 0,9-2 0,-10 2 0,10-2 0,-17 3 0,3 0 0,-3 0 0,-1 0 0,-2 0 0,1-3 0,-2 2 0,4-4 0,-1 4 0,5-2 0,0 2 0,4 1 0,4-1 0,1 0 0,4-3 0,4 3 0,32-10 0,-13 8 0,23-5 0,-30 6 0,-1 4 0,-5 1 0,0-1 0,-5 4 0,-4-4 0,-19 4 0,-14 0 0,-16 0 0,-15 7 0,-38 21 0,23-9 0,-21 11 0,29-23 0,-3 2 0,-14 1 0,-6 4 0,-7 3 0,-7 2 0,-5 3 0,0 0 0,2 1 0,3-5 0,-3 0 0,2-3 0,-2 0 0,8 2 0,1-2 0,5 1 0,4-2 0,1-1 0,8 0 0,-13-1 0,17-3 0,-12 3 0,16-3 0,-4 0 0,1 3 0,-5-5 0,0 5 0,-4-5 0,0 5 0,0-5 0,4 2 0,1-2 0,15-4 0,3 0 0,11-3 0,4 0 0,17-3 0,4 0 0,8-3 0,5 3 0,0-3 0,21 2 0,16-7 0,12-2-405,-31 4 1,2 0 404,1 2 0,0 1 0,5-3 0,1 0 0,2 2 0,1 0-1125,1-3 0,0 1 1125,-1 1 0,1 1 0,0 0 0,-2 1-267,-8-1 1,-1 1 266,0 2 0,-2-2 0,36-9-119,-6 6 119,-12-2 690,-6 3-690,-14 1 2255,-14 1-2255,-15 3 621,-13-2-621,-3 3 0,1-3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2:37.244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0 1111 24575,'7'-13'0,"5"2"0,3 4 0,0 1 0,8-4 0,-6 1 0,9 0 0,-2-2 0,5 2 0,-3-2 0,-3 2 0,1 1 0,-5 0 0,4 1 0,0-4 0,-6 3 0,-1 2 0,-3-3 0,-5 8 0,2-9 0,-6 9 0,4-5 0,-3 3 0,4-2 0,1 0 0,-2 0 0,7 0 0,-9 0 0,16-3 0,-12 3 0,12-5 0,-11 4 0,4-2 0,-4 3 0,2 0 0,-3 2 0,2-4 0,1 4 0,-2-5 0,1 1 0,-4 2 0,-1-2 0,3-1 0,-3 3 0,6-5 0,-5 7 0,4-4 0,1-1 0,-2 1 0,4-3 0,-5 5 0,-2 2 0,4-2 0,-4 5 0,7-5 0,-1 2 0,-3 0 0,3-2 0,-3 2 0,5-2 0,-2-1 0,1 1 0,1 0 0,4-1 0,10-2 0,-11 4 0,10-3 0,-20 4 0,6 0 0,-5-2 0,-2 5 0,2-5 0,-5 5 0,1-7 0,0 4 0,1-2 0,-3 1 0,3 1 0,-2-1 0,2 1 0,0-4 0,-2 6 0,2-5 0,-2 3 0,-1-1 0,1 1 0,1-3 0,0 5 0,1-8 0,-3 8 0,3-6 0,-1 6 0,0-3 0,-1 4 0,0-2 0,1 2 0,0 0 0,3-3 0,-2 3 0,6-5 0,-5 4 0,4-1 0,-7 2 0,5-2 0,-5 1 0,4-1 0,-4 2 0,2 0 0,-2 0 0,2 0 0,-2 0 0,2 0 0,2 0 0,-3 0 0,6 0 0,-4 0 0,-1 0 0,5 0 0,-3 0 0,6 0 0,-5 0 0,6 0 0,-4 0 0,-1 0 0,-2 2 0,-4-1 0,-1 3 0,3-4 0,0 4 0,0-3 0,0 1 0,3 3 0,-4-4 0,8 4 0,-8-3 0,9-2 0,-9 2 0,9-2 0,-7 0 0,9 0 0,-6 2 0,1-1 0,-3 1 0,1 3 0,1-4 0,4 6 0,-6-6 0,5 1 0,-5-2 0,3 0 0,-4 0 0,1 2 0,-4 1 0,2 0 0,-2-1 0,-1 0 0,3-2 0,-2 4 0,1-3 0,1 1 0,-2-2 0,7 0 0,-6 0 0,9 2 0,-7-1 0,7 3 0,-1-3 0,-1 1 0,5-2 0,0 3 0,8 0 0,-2 5 0,2-1 0,0 4 0,-8-5 0,-1 0 0,-8-4 0,-4 0 0,2 1 0,-2 1 0,-1 1 0,1-1 0,-1-1 0,3 1 0,-2-1 0,5 2 0,-1 2 0,-1-4 0,4 4 0,-7-7 0,4 5 0,-4-5 0,2 4 0,-2-3 0,2 3 0,-2-1 0,2 1 0,-1 1 0,2 0 0,0 0 0,-2-1 0,4 1 0,-4 0 0,4-2 0,-4 1 0,5-1 0,-1 4 0,1-4 0,-2 2 0,-4-5 0,7 2 0,-4 3 0,2-2 0,-1 6 0,-4-6 0,2 4 0,-2-3 0,-1-1 0,-20-1 0,6-2 0,-14 0 0,8 0 0,-19 0 0,7 0 0,-18 0 0,16 0 0,5 0 0,6 0 0,3 0 0,-4 0 0,-17 0 0,-1 0 0,-7 0 0,10 0 0,11 0 0,5 0 0,3 0 0,5 0 0,1 0 0,1 0 0,4 0 0,-8 0 0,5 0 0,-5 0 0,3 0 0,-2 0 0,-5 0 0,-3 0 0,-13 0 0,4 0 0,-5 0 0,4 0 0,3 0 0,-3 0 0,6 0 0,4 0 0,1 0 0,2 0 0,-6 0 0,0 0 0,-3 0 0,2 0 0,-2 0 0,-1 0 0,6 0 0,4 0 0,2 0 0,5 0 0,-3 0 0,-2 0 0,7 0 0,-7 0 0,4 0 0,-5 0 0,-1 0 0,-2 2 0,-1-1 0,-3 4 0,-3-4 0,2 4 0,1-2 0,6 0 0,2-1 0,7-2 0,-6 2 0,8 1 0,-3 0 0,4-1 0,1 0 0,-1 0 0,0 3 0,1-3 0,19-11 0,-5 2 0,17-8 0,-11 7 0,-3 5 0,2-4 0,3 1 0,-1-2 0,1 0 0,-5 5 0,-1-2 0,-3 5 0,5-7 0,-5 3 0,6-1 0,1-2 0,4 0 0,3-2 0,0 1 0,-3 2 0,-4 3 0,0 1 0,-8 0 0,7-1 0,-10 0 0,5 1 0,-6 2 0,1 0 0,-2 8 0,-1-1 0,-2 9 0,-3-3 0,3-3 0,-3 8 0,3-4 0,-2 6 0,1-3 0,-1-2 0,-1 1 0,-3 4 0,0 3 0,-5 0 0,5 0 0,-5 0 0,-1 7 0,5-11 0,-2 4 0,8-16 0,-1 0 0,2-2 0,9-3 0,7-2 0,7-4 0,6-5 0,-2 0 0,29-16 0,-7 6 0,22-14 0,-13 10 0,-5-1 0,0 2 0,16-4 0,-19 7 0,1 0 0,-32 10 0,-19 7 0,-19 5 0,3 0 0,-8 5 0,-8 8 0,1-1 0,-21 14 0,-1-4 0,-2 4 0,0 0 0,-2-4 0,7 0 0,1-5 0,5 4 0,8-4 0,4 2 0,8-7 0,10-4 0,4-1 0,12-7 0,11-3 0,2-1 0,8-7 0,-1 5 0,10-6 0,18-2 0,14-4 0,17-1 0,12-1 0,-44 8 0,1 1-707,0-1 1,0 0 706,48-4 0,-11-3 0,-6 4 0,9-6 0,-46 6 0,6 2 0,-52 8 0,-4 2 0,-11 0 1413,0 0-1413,1 0 0,-6 0 0,-24 6 0,-4 2 0,-21 6 0,13 1 0,0-1 0,0 0 0,0 1 0,5-1 0,0 0 0,9-1 0,5 0 0,8 0 0,10-2 0,8-3 0,6-1 0,2 0 0,-2 0 0,4 1 0,-2-1 0,5-3 0,0 1 0,0 1 0,-2 2 0,1-1 0,-3 0 0,1 0 0,1-2 0,-8 4 0,8-3 0,-9 6 0,9-6 0,-5 9 0,7-10 0,-3 5 0,5-8 0,6 0 0,6-2 0,9 0 0,-2-2 0,1-1 0,39-15 0,-19 6 0,9-2 0,3 0 0,0-2 0,16-4 0,-31 7 0,-5 1 0,-7 0 0,-6 3 0,-8 1 0,-3 3 0,-5 2 0,7-4 0,-6 6 0,8-6 0,-8 6 0,6-5 0,-4 5 0,4-6 0,2 4 0,-3 0 0,3-2 0,0 2 0,0-3 0,2 3 0,-3 1 0,-3 2 0,6-2 0,-8 1 0,4-4 0,-7 5 0,4-2 0,-1 2 0,2 0 0,2-3 0,-4 3 0,6-2 0,-8 2 0,6-3 0,-7 3 0,7-2 0,-1 2 0,8 0 0,1-3 0,0 2 0,-6-1 0,0 2 0,-8 0 0,9-3 0,-9 3 0,6-5 0,-5 5 0,0-3 0,0 3 0,-3 0 0,3-4 0,-2 3 0,2-4 0,-2 5 0,2-2 0,-2 2 0,2-3 0,-3 3 0,6 0 0,-4-2 0,9 2 0,-10-2 0,5 2 0,-5 0 0,-21 0 0,3 2 0,-21 4 0,7 4 0,-11 4 0,15-6 0,-9 2 0,11-4 0,-6 3 0,-4 3 0,-16 6 0,12-4 0,-10 4 0,15-6 0,3 0 0,0-1 0,-3 1 0,3 0 0,-3 1 0,-1-1 0,0 0 0,1 0 0,-1 0 0,1 0 0,3 0 0,-3 3 0,5 0 0,2 0 0,6-3 0,4-2 0,5-5 0,-1 4 0,13-6 0,1 1 0,9-4 0,18-3 0,-5-3 0,23-5 0,-6-2 0,8-1 0,2 0 0,4-1 0,-5 1 0,0 0 0,-9 0 0,-1 1 0,-8 0 0,-1 1 0,-3-1 0,-1 1 0,1 0 0,3-3 0,-3-1 0,7-4 0,-3 1 0,4 0 0,0-1 0,4 0 0,1 0 0,26-10 0,-13 10 0,18-6 0,-17 11 0,-4 1 0,-2 0 0,-4 3 0,1-2 0,-5 6 0,-5-3 0,-14 2 0,-13 6 0,-12 3 0,-10 7 0,-1-1 0,-15 12 0,2-2 0,-11 6 0,10-4 0,5-8 0,-16 8 0,8-5 0,-26 12 0,10-6 0,-4-3 0,0 0 0,0-3 0,4-1 0,1 0 0,8 0 0,0-1 0,14-3 0,2-1 0,11-3 0,1 0 0,0 12 0,2-10 0,-1 10 0,2-12 0,4-1 0,-2 3 0,11-4 0,-3 1 0,22-4 0,-9 0 0,8 0 0,-11 0 0,3 0 0,5 0 0,8 0 0,11 0 0,26-4 0,-14 1 0,15-4 0,-27 0 0,-17 1 0,-6 3 0,-11-2 0,-5 3 0,-16-1 0,-3 1 0,-17 2 0,11 0 0,1 0 0,-2 3 0,-7 3 0,-16 8 0,-13 5 0,-11 4 0,-12 1-577,-6 0 577,-5 2 0,5-2 0,1-3 0,11-2 0,6-3 0,-3 3 0,36-7 0,-2 0 0,40-10 0,33-15 577,-9 5-577,20-9 0,-26 11 0,2 1 0,3 1 0,18-6 0,7 0 0,13-5 0,1 0 0,9-1 0,-3 1 0,4-1 0,-5 1 0,-5 0 0,-1 0 0,-5 0 0,13-5 0,-22 5 0,6-1 0,-24 5 0,-10 5 0,-2-3 0,-6 2 0,0 1 0,0 1 0,3-3 0,-6 7 0,6-6 0,0 4 0,4-3 0,6 0 0,1 3 0,4-2 0,-7 4 0,6-4 0,-6 1 0,8-2 0,2-3 0,1 2 0,8-2 0,1-1 0,0 2 0,-1-1 0,0-1 0,1-1 0,0 1 0,-1 0 0,-8 1 0,-1-1 0,1-2 0,-4-1 0,3 1 0,-3 0 0,13-6 0,-10 1 0,10-1 0,-14 3 0,-3 3 0,3-3 0,-3 0 0,4-3 0,-1-1 0,1 1 0,-1-1 0,1 1 0,0-4 0,4-1 0,-2 0 0,2 1 0,-4 3 0,-1 1 0,1 0 0,14-12 0,-11 8 0,11-8 0,-15 12 0,1 0 0,-4-1 0,-3 1 0,-7 6 0,-1 2 0,-2-1 0,-3 5 0,2-7 0,-8 8 0,7-8 0,-6 7 0,4-4 0,-3 3 0,-2 2 0,3-5 0,-2 3 0,0-3 0,0 5 0,1-4 0,-2 6 0,2-4 0,-2 3 0,2-3 0,-2 1 0,2 1 0,0-1 0,-2 3 0,4-2 0,1-2 0,-1 4 0,5-5 0,-8 3 0,9 0 0,-9 2 0,11-9 0,-5 5 0,3-8 0,-2 7 0,-3 0 0,-3 4 0,3-6 0,-5 4 0,5-6 0,-5 7 0,4-5 0,-3 7 0,3-6 0,-6 6 0,3-4 0,-5 2 0,3 1 0,-1-5 0,1 3 0,1-7 0,0 4 0,-3-3 0,0 5 0,-2 0 0,2 2 0,-1 1 0,1-3 0,-4 2 0,-5 0 0,1 3 0,-8 2 0,0 0 0,-6 0 0,-3 0 0,-3 0 0,-2 0 0,-2 3 0,-1 3 0,7-2 0,4 1 0,5 0 0,7-4 0,-4 4 0,6-5 0,-3 2 0,1-1 0,-2 3 0,3-3 0,-5 6 0,3-4 0,-6 7 0,-2 2 0,-7 0 0,-4 5 0,-6 0 0,-4 6 0,11-9 0,-6 7 0,15-8 0,-9 5 0,-6 4 0,-4 2 0,0 3 0,1-4 0,4 2 0,1-3 0,-6 5 0,0 0 0,-1-1 0,2 1 0,0 0 0,-2-1 0,-3 5 0,0-3 0,-19 15 0,10-9 0,-11 7 0,11-9 0,8-5 0,-3 1 0,-1 1 0,1-5 0,-1 0 0,-1-4 0,3 0 0,-5 5 0,-4 0 0,2 0 0,-1-1 0,8-6 0,5-2 0,4-4 0,11-3 0,4-1 0,10-3 0,3-2 0,0-1 0,2 0 0,-7-2 0,3 4 0,-6-3 0,-2 4 0,-6-2 0,-4 6 0,-4-3 0,7 1 0,4-5 0,2-2 0,1 3 0,-6-3 0,0 5 0,0-4 0,-5 2 0,12-3 0,-1 0 0,13 0 0,-3-3 0,4 1 0,-2-5 0,5 1 0,0-3 0,0 1 0,0-4 0,0 3 0,0-5 0,0 8 0,0-9 0,0 9 0,0-6 0,0 7 0,0-2 0,0 2 0,0 0 0,0-1 0,0 1 0,0-2 0,0 2 0,11-8 0,-7 7 0,11-10 0,-7 8 0,0 1 0,1 0 0,-4 0 0,7-1 0,-1-3 0,3 3 0,1-2 0,3-3 0,2 1 0,-1-3 0,-6 7 0,-4-2 0,-4 5 0,7-2 0,-6 2 0,9-3 0,-9 5 0,6-2 0,-7 3 0,4 0 0,-4-1 0,5-1 0,0-2 0,-2 3 0,7-4 0,-7 4 0,15-10 0,-5 1 0,10-5 0,-1-1 0,-4 6 0,7-3 0,-6 3 0,-1 1 0,-7 2 0,0-1 0,0 2 0,5-6 0,2-2 0,2-2 0,-1-1 0,-3 4 0,-6 4 0,-1 1 0,-5 2 0,5-2 0,-1 0 0,-2 4 0,4-6 0,-9 10 0,6-10 0,-4 9 0,2-7 0,-3 5 0,3-2 0,-5 2 0,2 0 0,0 0 0,-2 3 0,4-3 0,-4 3 0,4-3 0,-3 0 0,6-2 0,-2-3 0,6-1 0,-6 3 0,5-4 0,-9 10 0,9-11 0,-1 7 0,6-5 0,0 0 0,-4 4 0,0 0 0,0 1 0,1 0 0,-1-2 0,0 3 0,0 0 0,4-4 0,-3 1 0,-1 2 0,-2-3 0,-2 5 0,2-5 0,-6 3 0,4-1 0,-6 2 0,8-3 0,-3 3 0,0-3 0,4 3 0,-7 0 0,5 0 0,-1-3 0,-3 5 0,5-4 0,-3 4 0,3-2 0,1-3 0,1-1 0,6-1 0,-2 1 0,3 1 0,-3 0 0,0-1 0,-4 1 0,0 0 0,0 0 0,4 2 0,3-3 0,3 1 0,1 1 0,4-2 0,-7 3 0,-4 3 0,-5-2 0,-2 2 0,14-5 0,-16 7 0,2 1 0,-22 11 0,1-3 0,-27 27 0,4-7 0,-6 7 0,3-6 0,13-11 0,-12 5 0,-5 4 0,-7 4 0,-3 6 0,-3 0 0,-1 0 0,6-9 0,-3 0 0,9-7 0,-1 2 0,10-4 0,1-4 0,4 3 0,-1-3 0,0 4 0,-1-1 0,-20 9 0,10-6 0,-16 10 0,10-6 0,2-1 0,-6 0 0,8-5 0,-3 1 0,4 0 0,4-1 0,3-1 0,9-3 0,8-3 0,3-5 0,7-2 0,-5-1 0,0 4 0,-6 2 0,3-1 0,-2 0 0,5-6 0,2 1 0,1-3 0,3 3 0,-1-2 0,0 3 0,3-1 0,-2 1 0,17-12 0,-1-1 0,18-9 0,-2-1 0,10 1 0,-1-2 0,6-2 0,-4 2 0,4-1 0,1 0 0,8-1 0,2-1 0,4-3 0,0 3 0,0-7 0,5 6 0,1-6 0,4 5 0,-4-1 0,-1 2 0,-5 1 0,0 1 0,-4-1 0,-2 1 0,-4 0 0,-4 4 0,-1 1 0,-4 3 0,-13 3 0,-6 2 0,-11 3 0,-4 3 0,2-2 0,-5 1 0,2-2 0,-1 1 0,1-1 0,1 3 0,-1-2 0,1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2:51.979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0 2283 24575,'45'-28'0,"-7"3"0,6-6 0,1-2 0,13-10 0,-7 8 0,1-2 0,25-18 0,-36 25 0,1 2 0,31-23 0,-9 6 0,-20 15 0,-7 2 0,-10 7 0,-8 6 0,-5 4 0,-5 4 0,0 1 0,-2 1 0,0 1 0,-1 1 0,0 0 0,2-2 0,5-2 0,7-6 0,10-4 0,7-3 0,32-18 0,-21 11 0,23-13 0,-25 14 0,18-10 0,-23 13 0,7-3 0,-34 17 0,-3 2 0,-4 4 0,-5 2 0,-13 10 0,-1 1 0,-14 12 0,-9 13 0,-12 14 0,1 0 0,-10 10 0,19-19 0,0 0 0,-20 20 0,15-14 0,1-1 0,-10 11 0,5-2 0,-1 0 0,5-6 0,5-4 0,1-1 0,8-9 0,0 1 0,5-7 0,2-1 0,4-4 0,0-2 0,2 0 0,1-5 0,3-3 0,4-3 0,0-3 0,2-2 0,2 0 0,-1-1 0,21-29 0,1 3 0,16-24 0,-7 12 0,15-22 0,-13 13 0,9-8 0,-18 23 0,-9 15 0,-3 3 0,-2 4 0,-6 2 0,-14 5 0,2 1 0,-20 7 0,16-3 0,-8 1 0,6 0 0,-3 0 0,-4 3 0,-1 1 0,-1 0 0,2 1 0,1-1 0,3-1 0,4-2 0,3-1 0,4-2 0,4-2 0,1 0 0,1-12 0,2 6 0,1-9 0,1 7 0,0-1 0,-5-7 0,2 5 0,-5-6 0,3 7 0,0-1 0,1 1 0,0-1 0,0 0 0,-1 1 0,0-1 0,1 2 0,0-1 0,2 0 0,0 0 0,-1 0 0,0-2 0,0 1 0,0 0 0,1-1 0,-1 0 0,0 1 0,2 0 0,-3 0 0,3 0 0,-3 0 0,2 5 0,-1-1 0,2-2 0,0 2 0,1-2 0,0-1 0,0 2 0,1-2 0,1 1 0,7-6 0,0 2 0,10-10 0,-6 8 0,4-4 0,-6 7 0,-2-1 0,-1 1 0,0 2 0,-1 1 0,-1 0 0,-1 2 0,-1-1 0,-1 1 0,0-2 0,1-1 0,1-2 0,0-2 0,2-2 0,2 0 0,3-2 0,1-1 0,3-1 0,4-8 0,-4 7 0,4-6 0,-3 4 0,-3 3 0,3-3 0,-8 8 0,0 2 0,-3 2 0,0 1 0,-1 2 0,-1 1 0,0-1 0,0 1 0,-1 1 0,0-1 0,0 0 0,1 0 0,0-2 0,0-1 0,1-1 0,1-1 0,1-1 0,1 0 0,2-3 0,4-4 0,1-1 0,11-12 0,-2 2 0,1 1 0,-3 3 0,-9 10 0,0 0 0,-2 2 0,0 2 0,-3 2 0,0 0 0,-1 0 0,1 1 0,-2 1 0,0 1 0,-1 0 0,0-1 0,0 2 0,0 1 0,0-1 0,0 1 0,2-2 0,-3 1 0,5-4 0,-4 3 0,3-2 0,1-1 0,-2 3 0,5-3 0,-4 3 0,0-1 0,-2 1 0,0 1 0,-2 2 0,1 1 0,1 1 0,-1-1 0,0-3 0,2-9 0,-4 2 0,12-19 0,-1 3 0,2-1 0,-1 4 0,-6 11 0,-2 4 0,-1 2 0,-2 0 0,0 1 0,1 1 0,0 1 0,0 0 0,0 1 0,0-1 0,-1 0 0,0 0 0,-1 0 0,1-1 0,1 0 0,2-2 0,-2 0 0,3-2 0,4-3 0,8-6 0,-2 1 0,5-2 0,-8 4 0,1 1 0,-1-1 0,-3 2 0,1 1 0,-3 1 0,0 1 0,1 0 0,-2 0 0,0 1 0,-2 2 0,-1 0 0,-1 2 0,0-1 0,0 1 0,0 0 0,-1 0 0,1-1 0,-1 1 0,1-2 0,-1 2 0,2-2 0,-1-1 0,0 0 0,1 0 0,-1-1 0,2-1 0,1-1 0,0 0 0,0 0 0,-1 0 0,1 0 0,-1-1 0,2 2 0,-1 0 0,-1 0 0,0 1 0,-1 1 0,-1 1 0,0 1 0,0 1 0,2-2 0,-2 1 0,2-3 0,-3 1 0,5-5 0,-2 3 0,4-5 0,-2 4 0,-1 0 0,2 0 0,-2 0 0,-1 1 0,0 2 0,-1 1 0,-1 1 0,1 0 0,-1 1 0,1 0 0,-1-1 0,0 1 0,0 0 0,0 1 0,0 0 0,0 0 0,0 0 0,2-3 0,-3 1 0,4-4 0,3-3 0,6-4 0,1 0 0,1-1 0,-6 5 0,2 0 0,-2 0 0,0 1 0,-2 3 0,-2 1 0,-1 0 0,-1 2 0,0 0 0,0 1 0,-2 1 0,1 1 0,-1 1 0,0 1 0,0-1 0,-1 1 0,3-4 0,-2 3 0,1-1 0,-1 0 0,0 2 0,0-3 0,1 2 0,-1-2 0,2 3 0,-3-1 0,2 0 0,-1 1 0,0 0 0,0 1 0,1-1 0,-1 1 0,2 0 0,-3 0 0,1 0 0,2 0 0,-2 1 0,-1 3 0,-3 3 0,-1 0 0,0 0 0,0 0 0,-1 8 0,-1-3 0,-1 6 0,-2-5 0,-1 0 0,0 1 0,-1 2 0,-4 10 0,3-6 0,-6 10 0,4-8 0,-1 3 0,-2 1 0,-7 14 0,5-12 0,-6 10 0,6-15 0,0 3 0,-2-1 0,0 0 0,3-4 0,-1-1 0,0 1 0,-2 0 0,0 2 0,0 0 0,1-1 0,-1 0 0,0 0 0,2-4 0,0-1 0,1 0 0,-5 5 0,4-4 0,-3 4 0,4-5 0,-2 2 0,-2 3 0,-7 12 0,2-6 0,-3 10 0,5-11 0,-1 2 0,3-1 0,2-3 0,2-3 0,2-2 0,0-1 0,0 2 0,0 0 0,2-2 0,0-1 0,1-3 0,1 0 0,-1 0 0,1 0 0,-5 4 0,4-4 0,-5 5 0,3-3 0,-3 1 0,-2 1 0,-13 16 0,6-9 0,-14 18 0,11-12 0,-4 4 0,2 0 0,4-5 0,2-2 0,3-5 0,0-1 0,2-2 0,-1 1 0,4-4 0,1-2 0,3-3 0,1-4 0,1-2 0,2-1 0,0-1 0,1-1 0,1-2 0,-2-1 0,3-1 0,-1 0 0,0-4 0,0-1 0,2-2 0,-1 0 0,1 1 0,-1 0 0,1-3 0,-1 0 0,0-1 0,-1 0 0,-1 1 0,1 0 0,-1-1 0,1 2 0,-2 1 0,0-3 0,1 4 0,-1-4 0,5 4 0,-2 0 0,1-1 0,1 1 0,1 1 0,1 0 0,0 0 0,0-2 0,0 1 0,0-2 0,0 2 0,0-1 0,1 0 0,1-1 0,2-1 0,0 0 0,3-2 0,3-3 0,2-1 0,3 0 0,1-2 0,-1 1 0,1-1 0,0-2 0,8-7 0,-8 7 0,7-5 0,-8 8 0,1 0 0,-1 2 0,-2 1 0,-1 1 0,-4 2 0,-2 2 0,-1 2 0,-1 1 0,1 0 0,-1 1 0,1-1 0,0-1 0,-1 0 0,0-1 0,0-1 0,1 0 0,1-2 0,2-2 0,8-9 0,-3 5 0,6-10 0,3 0 0,9-11 0,9-10 0,-6 7 0,-4 5 0,-13 16 0,-2 3 0,-3 4 0,-3 2 0,-3 3 0,0 1 0,-2 0 0,1 1 0,0 1 0,0 0 0,0 0 0,0 0 0,-1 0 0,0 1 0,-1-1 0,3-3 0,-1 3 0,1-4 0,-1 2 0,0-1 0,0-2 0,1 0 0,1-2 0,2 1 0,-1-1 0,0 0 0,-2 2 0,-1 1 0,0 2 0,0 1 0,1-1 0,0 0 0,1 0 0,-2 0 0,1 0 0,0 0 0,1-1 0,1 0 0,0-1 0,4-1 0,-4 0 0,10-6 0,-7 5 0,5-4 0,-5 3 0,1 0 0,1-1 0,0 1 0,0-2 0,-1-1 0,-2 1 0,0 1 0,-1 1 0,1 1 0,-1 0 0,-1 1 0,1-1 0,0-1 0,1 0 0,0-1 0,-2 1 0,0 1 0,-2 1 0,0 2 0,0-2 0,-1 3 0,2-2 0,-3 4 0,1-1 0,0 0 0,0-1 0,0 0 0,0-1 0,1-1 0,-1-1 0,2 1 0,0-2 0,1 1 0,-1 0 0,0 0 0,1 0 0,0 1 0,1-2 0,0 1 0,1-1 0,1 1 0,-1 0 0,0-1 0,-1 2 0,0 1 0,3-4 0,-6 6 0,3-3 0,-4 4 0,0 1 0,2-3 0,-2 2 0,3-1 0,-4 2 0,-1 0 0,2-2 0,-1 1 0,2-2 0,0 1 0,2-2 0,1-2 0,2-1 0,0-1 0,0 1 0,0 0 0,0 2 0,-1-1 0,1 2 0,-4 1 0,1 0 0,-2 2 0,-1 1 0,3-1 0,-2 3 0,1-2 0,-2 2 0,0-1 0,-1-1 0,3 2 0,-2 0 0,2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3:04.950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179 152 24575,'13'0'0,"-1"1"0,-7 1 0,0-1 0,2 2 0,-2-2 0,1 2 0,-1-2 0,-2 1 0,4 2 0,-3-1 0,1 1 0,0-1 0,-1-1 0,3 0 0,-2 0 0,1 0 0,-1-1 0,-1-1 0,3 2 0,-2-2 0,4 3 0,-4-2 0,1 0 0,1 3 0,-2-3 0,5 3 0,-5-2 0,3 1 0,-3-2 0,2 2 0,-2-2 0,1 1 0,-2-1 0,1 0 0,2 1 0,-2 1 0,3 1 0,-3 0 0,0-1 0,-1 1 0,3-2 0,-3 1 0,1 0 0,0 0 0,0-1 0,2 1 0,-2-2 0,0 1 0,1 0 0,-1-1 0,1 2 0,0-2 0,2 2 0,0-1 0,0 1 0,0-1 0,-1 1 0,-1-1 0,2 1 0,-1 0 0,1 0 0,-2-1 0,0 1 0,0-1 0,-1 1 0,1 0 0,-3 0 0,2 0 0,1 0 0,-2 1 0,1-1 0,-1 2 0,0-1 0,0 1 0,0-1 0,-1 0 0,0 1 0,0-1 0,0 1 0,1-1 0,-2-1 0,4 1 0,-3 1 0,1-1 0,-1 0 0,0 0 0,2 1 0,0 0 0,0 0 0,0 0 0,0 0 0,0 2 0,0 0 0,0-1 0,0 2 0,0-2 0,2 3 0,-2-1 0,2 0 0,-2-1 0,0 0 0,0 0 0,0-1 0,0-1 0,0 0 0,0 0 0,-1 0 0,0 0 0,-1-1 0,-1 1 0,1-1 0,-1 0 0,1 1 0,0 0 0,-1 0 0,2 0 0,-2 0 0,2-1 0,0 0 0,-2 0 0,4 1 0,-4 0 0,2 1 0,-1-1 0,1 0 0,3 2 0,-1-2 0,1 3 0,-2-2 0,0 1 0,0-1 0,0 2 0,0-2 0,-1 0 0,1 0 0,-1 0 0,1 0 0,0 2 0,1-1 0,-1 0 0,0 0 0,0 0 0,0 0 0,1-1 0,-2-1 0,3 2 0,-2-3 0,1 3 0,1 0 0,-2-2 0,3 3 0,-3-4 0,0 1 0,0 0 0,0-1 0,0 0 0,-1-1 0,0 2 0,0 0 0,1 2 0,0-2 0,-1 0 0,0 0 0,0 0 0,0 0 0,0 0 0,0 0 0,0 0 0,1 1 0,-1-1 0,5 4 0,-4-4 0,5 5 0,-6-5 0,4 2 0,-3-2 0,0 0 0,0 0 0,0 0 0,-1 0 0,0-2 0,0 0 0,1 0 0,0 0 0,0 1 0,0-2 0,0 0 0,0 0 0,0 0 0,0 0 0,0 0 0,0 0 0,1 1 0,-1-3 0,1 3 0,-1-1 0,-1 0 0,2 0 0,-2 1 0,2 0 0,-2-1 0,0 1 0,0 0 0,1 0 0,0 0 0,0 1 0,0 0 0,0 0 0,0-1 0,0 1 0,0 0 0,2 0 0,-3 1 0,1-2 0,-2 1 0,1-1 0,0 2 0,0-1 0,-1 0 0,1 1 0,1-1 0,0 0 0,-1-1 0,-1 1 0,2 2 0,-1-1 0,2 2 0,-1-2 0,0 0 0,0 0 0,0 0 0,2 0 0,-1 1 0,2 0 0,2 2 0,-3-1 0,7 6 0,-7-7 0,9 9 0,-8-9 0,5 4 0,-6-5 0,1 0 0,0 1 0,-1-2 0,-1 1 0,0-1 0,-2 0 0,1 1 0,0 0 0,0 0 0,0 0 0,-1 0 0,0 0 0,-1 0 0,-1 0 0,1 0 0,-1 0 0,1 2 0,0-3 0,1 3 0,-1-2 0,1 0 0,0 0 0,1 0 0,-1 0 0,3 1 0,-1 0 0,1 1 0,1 1 0,0 0 0,1 2 0,2 0 0,-1 1 0,0 1 0,0 0 0,0 1 0,2 1 0,-1-2 0,0 0 0,2 2 0,-3-5 0,4 10 0,-5-11 0,6 12 0,-9-11 0,5 5 0,-4-5 0,0 0 0,-1-1 0,1 1 0,0 0 0,-1-2 0,0 0 0,-2-2 0,0 2 0,3 2 0,-1-1 0,1 1 0,0 0 0,-1-1 0,1 1 0,0 0 0,0 0 0,-2 0 0,3 2 0,2 4 0,-2-4 0,4 6 0,-7-10 0,3 5 0,-3-4 0,0-1 0,0 1 0,0-2 0,0 1 0,0-1 0,1 0 0,0 1 0,0 0 0,-1 0 0,2 0 0,-1-2 0,1 0 0,0 2 0,-2 0 0,0-1 0,0 1 0,3-1 0,-2-1 0,2 2 0,-2-3 0,-1 0 0,0 0 0,0 0 0,0-1 0,0 0 0,0 1 0,0 0 0,0 1 0,0-1 0,-1-1 0,0 1 0,0-1 0,1 0 0,0 2 0,0-1 0,0 0 0,2 0 0,-1 0 0,2 1 0,0 0 0,1 0 0,-1-1 0,-1 1 0,5 1 0,-6-2 0,4 3 0,-5-5 0,0 2 0,0-2 0,0 1 0,0-1 0,0 1 0,0-1 0,1 1 0,-2 0 0,1 0 0,1 1 0,-2-2 0,1 2 0,-1-2 0,1 2 0,1-2 0,-1 0 0,-1 1 0,2-2 0,-3 2 0,-17-1 0,8 0 0,-16-3 0,13-1 0,-9-4 0,1 0 0,-5 0 0,6 1 0,3 2 0,1-1 0,-3 0 0,-1 0 0,-3 0 0,-2-2 0,-2 0 0,-1 0 0,-1-1 0,-3-1 0,-11-3 0,9 1 0,-8-1 0,13 2 0,-16-6 0,12 3 0,-10-3 0,16 4 0,0 0 0,0-1 0,1 1 0,0 0 0,1 1 0,0-1 0,-2-2 0,-2-1 0,-4-2 0,-1-2 0,-1-2 0,3 1 0,1-2 0,1 0 0,1-1 0,0 0 0,-2-4 0,11 10 0,-13-10 0,19 16 0,-13-12 0,13 13 0,-5-3 0,6 6 0,-1 0 0,0-1 0,1 0 0,-1 1 0,0 1 0,1-1 0,-1 0 0,-1-1 0,0 0 0,0 0 0,-2 0 0,0-1 0,-2-2 0,0 0 0,1-2 0,-3 0 0,3 1 0,-2-2 0,-7-6 0,7 2 0,-9-6 0,1-4 0,6 6 0,-7-7 0,10 9 0,-1 2 0,0 0 0,1 0 0,2 2 0,0 0 0,1 1 0,0 0 0,-2 0 0,-1-1 0,-1 1 0,-1-2 0,-1 0 0,-1 2 0,-2-2 0,0 1 0,-9-7 0,10 6 0,-8-6 0,11 10 0,-11-8 0,10 6 0,-6-4 0,10 8 0,0 0 0,1 0 0,-1-2 0,-1-1 0,-2-1 0,0 1 0,1 1 0,0-2 0,-1 0 0,-1-1 0,0 1 0,1 2 0,2 2 0,1 1 0,1 1 0,2 2 0,1 0 0,1 1 0,-1-2 0,3 3 0,-1-1 0,2-1 0,3 1 0,-1-2 0,3 2 0,0 0 0,-1 0 0,1 0 0,1 0 0,0-1 0,0 0 0,0-1 0,0 1 0,0-2 0,0 0 0,0-1 0,0 0 0,0-1 0,0 0 0,0 1 0,3-4 0,0 3 0,2-4 0,0 4 0,1-1 0,-1 0 0,1-1 0,0-1 0,-1-1 0,1 1 0,1 2 0,0 0 0,0 0 0,-1 1 0,-1 2 0,-1 1 0,1 1 0,-1-1 0,1 0 0,1 0 0,-2 1 0,0 0 0,0 1 0,-2 0 0,2 0 0,-1 0 0,0 1 0,0-1 0,0 0 0,-2-1 0,0 1 0,-1-2 0,2 3 0,0-1 0,1 0 0,1 1 0,-3-1 0,2 1 0,-1-2 0,1 2 0,-2-3 0,0 2 0,0-2 0,-1 2 0,0 1 0,2-3 0,0 3 0,0-3 0,-1 3 0,0-2 0,-1-1 0,0 2 0,0-1 0,0 1 0,-1 22 0,-2-10 0,-1 18 0,-1-14 0,-3 3 0,2-2 0,0 1 0,0-3 0,1-1 0,1 1 0,0 1 0,0-1 0,-1 1 0,1 1 0,1-2 0,-1 5 0,3-4 0,-3 3 0,2-6 0,-1 2 0,1 5 0,-1-5 0,1 5 0,0-5 0,0-1 0,-1 1 0,-1 1 0,1-2 0,0-1 0,-1 0 0,1-1 0,-2 2 0,0-1 0,-1 0 0,1 0 0,0 1 0,-2-1 0,0-1 0,0 1 0,-2 1 0,3-1 0,-2 2 0,2-3 0,0 0 0,0 1 0,-4 1 0,3 0 0,-2 1 0,4-3 0,-1-1 0,1-1 0,1 0 0,0-1 0,-1-1 0,1 0 0,-1 0 0,0-11 0,3 1 0,0-12 0,2 3 0,0-2 0,1 0 0,0-9 0,2 5 0,1-8 0,-1 10 0,1-3 0,0 3 0,1-1 0,1 0 0,0 0 0,0 2 0,-1 0 0,-1 0 0,1 3 0,-1-1 0,2 3 0,-1 1 0,1 1 0,1-6 0,-1 6 0,1-5 0,-1 6 0,-1-1 0,1-1 0,-1 0 0,1 0 0,0 2 0,-1 0 0,1 0 0,-2 2 0,0 0 0,-1 2 0,0 1 0,-1 0 0,1 1 0,-1-1 0,1 1 0,-1 1 0,2-2 0,-1 2 0,1-2 0,-1 3 0,1 0 0,1 0 0,1 1 0,0 1 0,-1 1 0,1 0 0,-1 0 0,2 0 0,-3 0 0,1 0 0,2 0 0,-1 1 0,1 0 0,0 3 0,-1-2 0,3 1 0,-1 0 0,0 0 0,5 1 0,-4 1 0,5 0 0,-7 0 0,1 0 0,0 1 0,0-1 0,-1-1 0,0 1 0,-2-1 0,2 0 0,0 0 0,0-1 0,-1 1 0,0 0 0,-1 0 0,0-1 0,0 1 0,0 0 0,2 1 0,-3-1 0,1 0 0,-2 0 0,0-1 0,2 1 0,0 1 0,1 0 0,-1 0 0,0-1 0,0-1 0,-1 0 0,0 0 0,0 0 0,1 0 0,0 1 0,-1-1 0,1 1 0,1 0 0,0 0 0,1 1 0,1 0 0,1 1 0,2 0 0,4 3 0,-5-2 0,10 3 0,-12-5 0,6 3 0,-5-3 0,1 2 0,-1-1 0,1 1 0,-1 1 0,0-1 0,-1-1 0,0 0 0,-1-1 0,1 1 0,1 1 0,-1 0 0,0 0 0,1 0 0,-1 0 0,-1-1 0,-1-1 0,4 5 0,-5-5 0,4 4 0,-5-5 0,1 1 0,0 0 0,0 0 0,2 1 0,-1 1 0,1 0 0,-1-1 0,0 0 0,1 1 0,1 0 0,-1-1 0,0 0 0,1 1 0,-1 0 0,0 1 0,2 0 0,0-1 0,0 1 0,0 0 0,1 0 0,-1 0 0,0-1 0,-1 1 0,4 4 0,-3-4 0,3 4 0,2 1 0,-5-5 0,4 5 0,-4-4 0,0 0 0,0 0 0,0 0 0,0 1 0,0 1 0,-1-2 0,-1-1 0,0 0 0,0 2 0,1 1 0,1 1 0,0 1 0,-1-1 0,1 1 0,0 0 0,-1 0 0,4 4 0,-5-5 0,4 2 0,-5-4 0,0 1 0,4 5 0,-3-4 0,3 5 0,-3-7 0,0 2 0,-2-3 0,1 1 0,-1-2 0,-1-1 0,-1 1 0,0-1 0,1 1 0,0 0 0,0-1 0,0 0 0,0-1 0,0 1 0,1 0 0,0 0 0,0-2 0,2 1 0,0 2 0,0-2 0,-1 1 0,-3-2 0,1-1 0,0-1 0,1 1 0,0 0 0,0 1 0,0 0 0,0-1 0,0-1 0,-1 0 0,0 1 0,0-1 0,1 0 0,0 1 0,0 0 0,1 1 0,0-1 0,1 0 0,0 0 0,-1 0 0,2 2 0,0-1 0,1 2 0,-2-3 0,0 1 0,0 1 0,5 1 0,-5-1 0,4 3 0,-4-2 0,2 2 0,0 0 0,0-1 0,-1 0 0,0-1 0,-1 0 0,0 1 0,2 1 0,-1-1 0,1 0 0,-1 1 0,-1-1 0,1 0 0,0 0 0,-1 0 0,3 2 0,-4-1 0,4 2 0,-3-2 0,3 3 0,-1-1 0,0 0 0,-2-2 0,-2 0 0,2-2 0,0 1 0,-1-2 0,0 1 0,-1 1 0,-1-2 0,1 0 0,-1-2 0,-1 3 0,1-1 0,-1 1 0,1-1 0,-1-1 0,-1 2 0,1-1 0,0 1 0,0 1 0,-1-3 0,1 1 0,0 0 0,1 3 0,-3-1 0,3 4 0,-3-5 0,1 3 0,-1-1 0,-1-1 0,0 1 0,0-2 0,0 0 0,0 2 0,0-1 0,0-1 0,0 0 0,0-2 0,0 0 0,-11-1 0,5-1 0,-11-2 0,6-1 0,-9 0 0,5 0 0,-5 0 0,8 0 0,0 0 0,1 0 0,1 0 0,0 0 0,1 0 0,0 0 0,-1-1 0,1 0 0,-1-1 0,0-2 0,-3-1 0,0-2 0,-1 0 0,-1-1 0,0 2 0,0-1 0,1 0 0,-5-3 0,2-2 0,-3 2 0,3-1 0,4 5 0,-1-3 0,0 2 0,0-2 0,0 0 0,1 0 0,-1 1 0,1-1 0,0 1 0,1 1 0,3-1 0,-1 0 0,-2-2 0,0-1 0,-3 0 0,2-1 0,-3 0 0,0-1 0,0 0 0,1 1 0,1 1 0,-3-4 0,3 4 0,-3-2 0,5 4 0,0 0 0,0-2 0,1 1 0,-1 0 0,1 0 0,0 0 0,-2-1 0,0-1 0,-1 1 0,-2-1 0,2 2 0,0 0 0,0-1 0,-1-1 0,-2-1 0,-2-1 0,1 0 0,-1 1 0,0-1 0,0-1 0,-2-1 0,-8-6 0,6 5 0,-7-6 0,8 5 0,-2-3 0,0 1 0,-13-12 0,13 12 0,-10-9 0,16 14 0,-1 0 0,0 1 0,2 3 0,4 2 0,1 1 0,1 0 0,-2-1 0,-1 0 0,1 1 0,0-1 0,1 0 0,0 0 0,1 1 0,-2-2 0,0 0 0,-4-8 0,4 5 0,-2-6 0,6 7 0,0-2 0,2-1 0,0 0 0,1 1 0,1 1 0,2 2 0,1-1 0,2 1 0,0 1 0,0 2 0,0 1 0,0 0 0,0 0 0,0 0 0,0 0 0,0 2 0,0-1 0,1 1 0,1 0 0,2 0 0,1 0 0,-1 1 0,3-2 0,-2 3 0,4-5 0,-3 3 0,5-5 0,-3 6 0,2-3 0,-4 5 0,1 0 0,-1 1 0,1 1 0,1 0 0,-1 0 0,0 0 0,0 0 0,-1 0 0,1 0 0,0 0 0,0 0 0,-1 0 0,0 1 0,-1 1 0,0 2 0,0 2 0,0 2 0,2 2 0,-3 1 0,2 0 0,-4-2 0,1 0 0,0 1 0,0 0 0,0 1 0,0 0 0,0 0 0,2 0 0,0 0 0,-1-2 0,0-1 0,-1 0 0,1-1 0,0 2 0,1-1 0,1 1 0,0-1 0,2 0 0,0 1 0,2-1 0,-1 0 0,1 0 0,0 1 0,5 2 0,-3 0 0,4 1 0,-3-3 0,1 1 0,1 0 0,1 0 0,0-1 0,0-1 0,0 0 0,-1 0 0,-1-2 0,0 0 0,-1 0 0,2 1 0,1 1 0,-1 0 0,-1-1 0,-1 0 0,-1-1 0,-1 0 0,0 1 0,-2 0 0,1 0 0,3 4 0,-4-5 0,4 5 0,-5-4 0,6 7 0,-3-5 0,3 6 0,-4-6 0,1 2 0,0-2 0,1 1 0,-2-1 0,1 0 0,0 1 0,0 0 0,1 0 0,-1 1 0,2 0 0,0 0 0,0 0 0,0-1 0,-2 0 0,1-1 0,-1 0 0,-2-1 0,4 1 0,-4-1 0,8 6 0,-8-6 0,3 4 0,-4-5 0,-1 0 0,1 1 0,-1-2 0,0 2 0,0-1 0,-2 0 0,-1-2 0,1 1 0,-1-1 0,2 1 0,0 1 0,1-1 0,-1 1 0,0 0 0,-1-1 0,0 0 0,0-1 0,2 4 0,1-1 0,-2 2 0,4 1 0,-5-4 0,3 2 0,-4-5 0,1 1 0,0 0 0,-1 0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7:09.475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0 3189 24575,'47'0'0,"4"4"0,-4 2 0,-6 0 0,28-1 0,-2-5-492,-16-1 0,3 2 332,5 1 0,1 2 160,9-4 0,1 1 0,4 2 0,2 0 0,3 0 0,1 1-492,0 0 0,-1 0 380,-8 0 0,-2 0 112,-3-1 0,-3 0-84,30-3 84,-33 0 0,-25 0 0,-19 0 904,-8-3-904,4-2 983,5-7-370,-3 2-517,18-3-96,3-2 0,12-1 0,12-6 0,-16 11 0,2-3 0,-12 8 0,13-4 0,9-1 0,12 0 0,0-5 0,0-1 0,0-6 0,0 1 0,-7 0 0,-1-4 0,17-15 0,-18 6 0,19-17 0,-24 19 0,-3-5 0,-4 7 0,1-1 0,2-5 0,4 4 0,1-5 0,5 6 0,2-1 0,13-1 0,1-1-724,16-2 724,1 1 0,-42 17 0,0 0 0,-1 1 0,2-1 0,17-10 0,0-1 0,-17 9 0,0 0 0,14-8 0,-3 0 0,15-12 0,-24 13 0,-12-3 0,-13 7 0,-8 6 0,4-2 0,-3-2 724,-10 8-724,16-14 0,-12 9 0,3 0 0,4-2 0,-12 6 0,18-13 0,-14 13 0,9-11 0,-1 3 0,-3-6 0,-2 3 0,-4 8 0,-1 2 0,1 3 0,0-4 0,-1 3 0,-3-2 0,3 3 0,-3 0 0,7-3 0,-7 3 0,7-4 0,-10 4 0,9-4 0,-10 8 0,12-10 0,-4 0 0,0 1 0,0-2 0,-5 6 0,0 1 0,1-3 0,-1 7 0,0-12 0,1 2 0,0 1 0,3-3 0,-3 12 0,12-13 0,-10 12 0,10-12 0,-12 9 0,8-4 0,-8-1 0,8-3 0,10-16 0,-10 11 0,13-14 0,-20 22 0,12-10 0,-2 4 0,11-11 0,-1-2 0,2-5 0,-7 11 0,-1 3 0,-7 6 0,-3 4 0,3-9 0,2 3 0,0-4 0,0 4 0,-1-2 0,-4 3 0,-1 4 0,8-15 0,-11 18 0,17-19 0,-17 17 0,18-11 0,-18 15 0,12-12 0,-12 7 0,2 0 0,-3-2 0,-1 12 0,4-7 0,-6 7 0,9-7 0,-13 7 0,18-8 0,-14 11 0,15-14 0,-12 13 0,16-18 0,-14 15 0,9-6 0,-12 8 0,4-4 0,-3 3 0,3-3 0,-1 0 0,-2 3 0,7-3 0,-7 4 0,7-5 0,-7 5 0,-1-5 0,-1 6 0,-2-1 0,2 3 0,5-2 0,-3 6 0,7-6 0,-4 2 0,1 0 0,-1-6 0,-4 9 0,0-9 0,0 10 0,4-6 0,-4 6 0,13-11 0,-11 9 0,7-5 0,-9 8 0,-1 0 0,5 0 0,-3 0 0,3 0 0,-4 0 0,0 0 0,12 13 0,-8-6 0,13 19 0,0 6 0,8 11 0,18 19 0,11 12-874,-1-1 874,-24-32 0,1 0 0,-3 0 0,0-1 0,-1-2 0,0-1 0,3 4 0,1 0 0,28 25-339,2 0 339,-12-14 0,-6-7 0,-8-9 0,-11-11 0,-7-1 0,-3-11 859,-10-4-859,18 7 354,-9 0-354,2 2 0,5 4 0,-13-13 0,12 9 0,3-4 0,5 5 0,5 1 0,1 0 0,5 5 0,2 1 0,5 5 0,1-4 0,-1-1 0,-15-11 0,-4 0 0,-20-7 0,-2 0 0,-3-4 0,3 3 0,-2-3 0,2 1 0,6 2 0,-7-6 0,7 3 0,-10-4 0,10 4 0,-7 1 0,7 0 0,-5 2 0,-4-6 0,8 7 0,-7-7 0,7 2 0,-3-3 0,9 4 0,6 2 0,6 3 0,8 1 0,-7-5 0,0-1 0,-12-4 0,4 0 0,-13 0 0,6 0 0,-7 0 0,0 0 0,3-8 0,-7 6 0,7-9 0,-7 6 0,7-3 0,2-5 0,-4 3 0,12-12 0,-16 12 0,12-8 0,-13 10 0,11-5 0,-2-4 0,5 2 0,-3-1 0,-7 8 0,9-10 0,-12 11 0,17-19 0,-17 23 0,16-14 0,-16 12 0,7 0 0,0-7 0,-7 10 0,10-10 0,-11 11 0,12-3 0,-2 0 0,0 3 0,18-3 0,-15 4 0,13 0 0,-8 0 0,-13 0 0,7 0 0,-8 0 0,4 0 0,-4 0 0,7 0 0,-10 0 0,16 0 0,-12 0 0,4 0 0,-2 0 0,-8 0 0,9 0 0,-9 0 0,12 0 0,-10 0 0,5 0 0,-7 0 0,-1 0 0,5 0 0,-3 0 0,12 8 0,-2 2 0,4 4 0,4 9 0,1-8 0,9 15 0,8-4 0,-2 6 0,9-1 0,-4 1 0,27 8 0,-27-16 0,5 4 0,-28-23 0,-1 3 0,1-7 0,-2 3 0,-3-4 0,-1 0 0,14 0 0,1 0 0,11 0 0,-9 0 0,-2 0 0,-2 0 0,9 0 0,14 0 0,19 0 0,2 0 0,-10 0 0,3 0-492,-18 0 0,1 0 452,20 0 0,0 0 40,28 0 0,-8 0 0,-8 0 0,-17 0 0,-8-4 0,-12-2 0,-7-4 0,-12 5 0,-6-7 0,-5 6 983,5-7-902,0 4-81,1 0 0,4 0 0,19-13 0,-13 9 0,13-10 0,-20 14 0,-2-9 0,5-2 0,-10 0 0,3 2 0,-4 5 0,5-6 0,-4 4 0,3-7 0,-13 13 0,3-7 0,-4 7 0,0-3 0,-4 0 0,3 3 0,-6-3 0,3 4 0,-4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7:10.576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1 926 24575,'26'-36'0,"0"3"0,-4 19 0,5 1 0,7-1 0,14-8 0,19-7 0,9-5 0,7-2 0,7 0-492,-44 15 0,0 0 0,2-1 0,-1-1 108,-1-1 1,1-2-40,14-4 1,0 1 422,26-16-211,-31 19 0,-1 2 211,12-10 0,-7 1 0,-1 1 983,-11 0 0,3 5 0,-9 2-442,3 5-29,1 4-512,-5-3 0,4 3 0,-6-3 0,-9 0 0,-7 8 0,-7-4 0,-7 9 0,6-9 0,-6 6 0,2-2 0,-7 6 0,0 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8:27.022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228 2383 24575,'-32'0'0,"5"0"0,19 4 0,42-30 0,-10 15 0,42-32 0,-18 11 0,11-2 0,-2-9 0,4 3 0,2-6 0,-19 13 0,12-7 0,-15 13 0,10-13 0,5-6 0,1-12 0,3-8-984,-1 0 698,-5-3 286,-3 10-39,-11-3 39,-3 8 0,-10 2 0,-1-1 0,-6 6 0,1-4 0,-5 4 0,-1-5 983,-5-1-698,1 0-244,-1-23-41,-4 24 0,3-17 0,-8 29 0,3 6 0,-4 10 0,0-2 0,4 12 0,0-4 0,1 6 0,2 4 0,-6-4 0,6 3 0,-3-3 0,0 4 0,0 1 0,-1-1 0,6-4 0,-4 3 0,10-8 0,-9 9 0,6-5 0,-5 6 0,14-10 0,-11 7 0,15-14 0,-16 13 0,8-9 0,-8 14 0,7-9 0,-8 9 0,13-10 0,-11 7 0,7-8 0,-9 8 0,-3-3 0,2 4 0,-7 0 0,8-4 0,-7 3 0,-13 1 0,-11 18 0,-11 7 0,0 8 0,-20 22 0,-6 8 0,13-14 0,-3 2-328,-5 5 0,-5 6 0,2-2-164,-12 12 0,4 0 152,1 0 0,0 1 340,1 3 0,1 0-492,6-5 0,3-1 274,6-2 0,3-1 218,4-9 0,3 0-198,8-2 0,2-1 198,-20 31 0,8-8 0,12-11 0,7-13 0,11-14 983,1-6 0,5-13 0,-5 0 0,-4 7-451,-8 3-532,-4 1 0,-2-3 0,0-3 0,4-4 0,-11 10 0,0-4 0,7 0 0,5-10 0,78-42 0,2-5 0,2-1 0,7-3-492,-1-1 0,6-4 441,-14 8 0,5-4 0,3-2 0,-3 2 51,6-3 0,-2 1 0,5-4 0,-7 4 0,6-4 0,2-2 0,-3 1 0,-7 5-328,1-1 0,-6 4 0,2-2 0,11-8 0,1-2 0,-8 6-164,-10 5 0,-6 3 185,-5 3 0,-3 2 307,17-17 0,-12 1 0,-6-4 968,-17 25-968,0-14 983,-10 24 0,-2 0 0,7-7-146,-8 16-837,4-16 0,-8 16 0,6-11 0,-5 8 0,6 0 0,1-8 0,-8 11 0,7-11 0,-11 13 0,-1-1 0,-16 5 0,-21 9 0,2-4 0,-6 3 0,9 0 0,-9 7 0,-14 6 0,-19 6 0,5 4 0,-7 8 0,38-11 0,14-3 0,44-17 0,9-4 0,11-4 0,11-8 0,6-15 0,19-11 0,-3-10 0,5-5-511,-7-1 511,-5-6 0,-8 3 0,-7-1 0,-12 4 0,-7 0 0,-11 1 0,-10 20 0,-7 6 0,-7 22 0,-10 2 511,-6 7-511,-14 1 0,-3 14 0,-9-2 0,-3 14 0,-5-4 0,0 4 0,1 1 0,14-3 0,9-11 0,17-3 0,11-21 0,15-10 0,11-21 0,0 6 0,-3-8 0,-13 16 0,-4 4 0,-1 2 0,-7 12 0,-10 30 0,2-6 0,-3 30 0,6-9 0,6 7 0,-2 5 0,4-5 0,0-2 0,13-10 0,-2-10 0,21-7 0,4-8 0,17 0 0,14 1 0,9-5 0,7 0 0,7-6 0,-5 0 0,-33 0 0,-4 0 0,0-4 0,-4 3 0,-58-2 0,-22 3 0,-7 4 0,-16 2 0,12 9 0,0 5 0,12 6 0,4 9 0,7 0 0,8 4 0,6 1 0,20 0 0,12-4 0,27 1 0,13-8 0,22-6 0,8-6-455,-42-10 0,0-2 455,0-1 0,0-1 0,42 3 0,-9-6 0,-35 0 0,-14-4 0,-26 0 0,-4-4 0,-9-9 910,-4 11-910,-14-7 0,0 13 0,-16 0 0,-9 0 0,-19 0 0,-17 0 0,0 0 0,6 5 0,36 4 0,18 1 0,24 11 0,0 0 0,13 3 0,7 2 0,16-1 0,-2-9 0,-4 3 0,1-10 0,5 1 0,28 4 0,-27-7 0,-8 2 0,-72-9 0,-17 0 0,-16 0 0,-6 0 0,25 0 0,-2 0 0,-26 0 0,-1 0 0,29 2 0,4 2 0,2 0 0,2 4 0,-28 14 0,20 10 0,21 5 0,20 9 0,7 1 0,18 5 0,13 2 0,18-4 0,17 0 0,5-10 0,7-5 0,-2-8 0,-6-10 0,-8-6 0,-18-6 0,-12-9 0,-15 0 0,-4-13 0,-4 7 0,0-16 0,0 2 0,-5-10 0,-10-12 0,-17 11 0,-12 4 0,-23 12 0,-19 7-492,33 5 0,-5 1 261,-10 2 1,-3 1 230,-3-1 0,-1 1 0,-1 2 0,2 2 0,3 4 0,3 2 0,7 1 0,3 4-16,5 5 1,3 4 15,-29 21 0,20 8 0,26 5 0,23 6 0,22 13 0,31 6 473,-13-39 0,6 0-473,10 3 0,8-2 0,28 4 0,5-6-492,-16-8 0,3-4 0,21 0 0,0-6 480,-28-13 0,-4-4 12,-2-1 0,-3-2 0,13-6 0,-21 0 0,-34-13 0,-10 7 0,2-16 447,-8 12-447,0-13 983,-14-2 0,-2 8-874,-9 1-109,-12 16 0,-7-1 0,-23 4 0,-7-3 0,-6 3 0,22 5 0,-2 3-492,-30 1 0,1 5 325,31 4 1,5 4 166,-3 4 0,2 2 0,9 0 0,2 2 0,-30 25-30,22 1 30,20-13 0,15 9 0,12-10 0,19 5 0,24-3 0,27-2 0,-20-21 0,4-3 400,4-3 1,2-3-401,2 0 0,2-3 0,-2-3 0,2-3 0,22-2 0,-1-5 0,-20-3 0,-1-4 0,13-3 0,-6-6 0,5-26 0,-22-3 0,-16-11 0,-18-6 0,-17-4 0,-8-1 0,-23-17-492,-5 7 0,-10 7 243,-31 21 249,22 20 0,-8 4 0,-21 12 0,-3 5 0,18 2 0,-4 2-328,-10 2 0,-9 3 0,9 1 40,5-1 1,4 2 287,-19 2 0,-3 5 0,5 11 0,4 5 0,25-6 0,3 7 0,-11 28 0,10 7-107,13 11 107,42 30 0,22-39 0,17-6 440,9-9-440,13-6 0,13-11 0,15-9 0,9-6 271,-38-8 0,1-2-271,-5-6 0,1-4 0,23-9 0,-1-7 0,-20 1 0,-2-3 0,14-12 0,-3-3 0,11-27 0,-40 29 0,-4-2 0,19-45 0,-27 40 0,-4-2 0,8-44 0,-13 1 0,-7 15 983,-10 9-359,-5 13-501,-10 13-123,-9 12 0,-12 9 0,-13 5 699,-13 9-699,-17 6 0,36 4 0,-4 5-492,-27 20 0,0 10 33,18-4 0,2 5 459,-18 20 0,7 7 0,28-11 0,8 3-492,1 1 0,6 1 468,8-2 0,4 0 24,4 1 0,3-1 0,5-4 0,6 0-166,6 0 0,5-2 166,24 34 0,22-9 0,6-19 0,12-5 0,8-16 0,-40-19 0,2-2 0,44 2 0,6-7 0,-37-8 0,0-3 0,31-11 0,-38 6 0,-4-4 0,9-18 0,-16 0 0,-13-4 983,-16 11-172,-10-2 172,-17 2-848,7 5 253,-26-5-388,6 15 0,-19-5 0,-8 7 0,-22-2 0,-19 4-492,36 0 0,-3 0 61,-3-1 1,-1 2 430,-4 3 0,-1 4-363,-8 5 1,5 3 362,-7 6 0,6 12 0,82-16 0,13 7 0,9-1 983,17 2-193,6-5-790,22-4 0,-25-5 0,2 0-257,7-5 0,3 0 257,11 3 0,2 0 0,-5-2 0,0-2 0,4-1 0,-1-2 0,-11 1 0,-3-2 0,-2-1 0,-4-2 0,8-7 0,-19 3 0,-34-23 0,-4 11 0,-4-8 983,-8 13-655,-11 3-328,-6 4 0,-8 0 0,-5 5 0,-10 0 0,-20 0 0,-8 0 0,-7 6 0,7 10 0,9 7 0,17 14 0,14-1 0,16 5 0,10 4 0,10 2 0,41 31 0,6-16-362,-6-21 0,5-3 362,-5-9 0,3-4 0,6-1 0,3-3 0,5-1 0,3-1-492,2-2 0,3-2 327,3-3 0,0-2 165,-4-2 0,-1-2 0,-3-3 0,-3 0 0,35-3 0,-33-8 0,-29 3 0,-23-16 676,-8-3-676,-4-11 983,-11-10-604,-18 9-379,-17 0 0,-19 10 0,-23 2-492,34 10 0,-4 2 45,-13 0 1,-2 2 446,-3-1 0,-1 1 0,-4 5 0,1 2 0,8-1 0,2 1 0,3 2 0,3 2-114,10 1 0,5 1 114,-22 12 0,31-3 0,26 14 0,13-2 0,1 10 983,13 6-112,7 0-871,47 22 0,0-17-350,-13-14 1,4-2 349,-4-11 0,0-5 0,5 1 0,0-2 0,4-2 0,1-1 0,-1-5 0,0-1 0,-3 0 0,-2 0 0,40-3 0,-19 0 0,-31-13 0,-19 7 0,-17-20 0,-8 2 950,-5-16-950,-5-7 0,-17-7 0,-14-2 0,-10 5 0,-11 5 0,7 19 0,-4 3 0,9 6 0,-3 3-492,-20-4 0,-1 2 459,14 6 1,2 3 32,2 4 0,1 1 0,-38-3 0,33 10 0,29 0 0,23 4 0,8 0 0,8 4 983,7 6-917,19 2-66,8 5 0,17-8 0,9-1 0,23-4-492,-37-6 0,3 0 266,10 2 0,5-2 226,-1-2 0,5-2 0,-3 0 0,16 1 0,-1 0 0,-16-2 0,3-1 0,-10-1 0,26-3 0,-33 3 0,-50-10 0,-16 1 0,-8-4 0,-12 1 0,-17 3 0,-19-1 0,15 1 0,-4 1-124,-11 1 0,-3 1 124,-12-4 0,-2 1 0,1 2 0,-1 1 0,-4 3 0,1 0 0,7 0 0,4 2 0,5 1 0,5 2 0,-17 6 0,30-5 0,38 30 0,7-13 0,5 16 0,14-8 983,11-2-282,11 0-701,10 1 0,7-5 0,15 1 0,8-4 0,14-1-399,-40-10 0,0-1 399,1 0 0,0 0 0,0-2 0,-1-1 0,33 3 0,-31-10 0,-20-4 0,-39-17 0,-16-12 0,-15-2 0,-11-9 0,-6 14 0,-22-12-114,32 23 1,-4 2 113,-4-2 0,-4 0 0,-10 2 0,-2 2 0,-1 1 0,-1 2-492,-13 4 0,-1 1 118,0 0 0,-2 1 374,13 6 0,-3 1 0,4 1 0,-7-1 0,4 0 0,-11 1 0,9 4 0,13 11 0,32-2 0,16 16 0,16-4 934,1 10-934,15 2 983,12 6-143,16 2-840,7 1 0,13 1 0,8 3-670,9 0 670,-34-25 0,1-1 0,0 0 0,0-1 0,7-4 0,0-2 0,0-2 0,3-1 0,19 2 0,2-3 0,-18-7 0,-1 0 0,11 2 0,-3-1 0,23-5 0,-21 0 0,-3 0 0,-13-9 0,-16-1 0,-12-9 0,-18-3 670,-7 4-670,-4-9 0,-4 9 0,-17-11 0,0 14 0,-9 0 0,-11 6 0,-12 2 0,-26 1 0,16 3 0,-3 1 0,14 1 0,1 2 0,-13-2 0,6 2 0,3 6 0,27 3 0,24 3 0,12-1 0,9 0 0,11 2 0,22 7 0,16 0 0,30 3-209,-35-10 1,6-1 208,20-1 0,7-2-328,-19-2 0,4 0 0,1-2 0,9-1 0,2-3 0,2 1 0,8 0 0,3 0 0,0-2 0,-4 0 0,0-1 0,-1-1 0,-2 1 0,-2 0 0,-1 0 0,-7 1 0,-2 0 0,-2-3-164,21-3 0,-4-2 0,-13 1 0,-5-3 0,-15-5 0,-5-4 1475,30-24-344,-31-4 344,-18-9 0,-18-4 0,-15-2 0,-16 0 0,-25-1 0,-18 11 0,-25 3-897,33 28 1,-6 3-87,-36-1 0,-6 4-492,21 3 0,-1 1 210,8 4 1,-5 2 0,6 0 281,-3 1 0,4 0 0,3 3 0,1 0 0,-34 0 0,29 8 0,31-2 0,20 15 542,13-7-542,9 13 983,11-3-83,18 12-900,24-1 0,16 5 0,-30-21 0,4 0-492,11 1 0,3 0 152,5-2 1,8 0 339,8-3 0,8 1 0,-3-4 0,-22-4 0,-4-3 0,5 1-328,23 2 0,5 0 0,-9-3-164,-5-4 0,-8-2 255,-5 1 1,-4 0 230,-10 1 1,-6-2 5,9-7 0,-22 3 0,-28-16 983,-10-3-520,3-11 520,-13-4 0,-12-2-293,-24-2-690,-34-5-492,20 24 0,-7 1 0,-24 0 0,-7 3 164,23 7 0,-3 3 0,-8 1 131,9 2 0,-8 1 1,-2 1-1,0 1 0,7 0-131,-22 0 0,6 1 0,-5 0 82,5 0 0,-6 1 0,2 0 0,12 1-246,-14 3 0,15 2 0,29 0 0,8 1-179,-13 7 1654,62 8-409,9 4 409,6 6 0,21 5-260,19-3-723,-10-13 0,4-1 491,10-1 1,5-1-1,18 2 1,6-1-984,9 0 0,2-3 177,-30-5 0,0-1 0,1 0 315,2 0 0,0 1 0,0-3 0,-4-2 0,0-1 0,2-1 0,15 1 0,3-1 0,-5 0 0,4-1 0,-3-2 0,16 0 0,-10-3 0,-24-11 0,-22-1 0,-26-17 0,-8-9 983,1-12-450,-5-21-533,-1 0 0,-15-1 0,-8-5 983,-24 3 0,-14-2-889,17 40 1,-5 3-587,-8-1 0,-5 4 285,-12 3 0,-6 4-285,-10 0 0,-6 3 164,22 9 0,-2 2 0,-6 2 162,-1 2 0,-5 3 1,-1 0-1,4 2 166,-4-1 0,5 1 0,-4 2 0,-17 2 0,-3 2 0,11 3 0,12 7 0,8 4-279,8 2 1,6 3 278,-25 27 445,26 4-445,28 8 0,19 1 0,27 7 0,25-4 0,-7-29 0,5-2 290,3-4 0,2-3-290,9 2 0,2-3 0,3-4 0,1-4 0,4-2 0,1-3 0,0-1 0,0-2 0,-4-5 0,-3-1 0,13 3 983,-21-6 0,-29-13 0,-11 6-530,8-19-431,-9-6-22,-4 6 739,-1-18-739,-9 2 0,-6-13 0,-12-19 0,-19-4-492,12 31 0,-6-1 362,-9-1 0,-6 1-362,-9-6 0,-5 1 56,-12 5 1,-5 4 435,-6 0 0,-3 4 0,-2 7 0,-2 4 0,-2 3 0,2 5 0,8 4 0,2 4 0,8 4 0,3 3 0,11 4 0,5 3 0,-16 8 0,26 24 0,34 4 0,10 18 983,19-3-842,20 9-141,17-4 0,21 4 491,-28-35 1,4-3-456,2-3 0,2-2-36,10 0 0,1-3 0,0-4 0,1-1 0,4-2 0,0-3 0,1 0 0,-2-3 0,-2-4 0,-2-2 0,-4-2 0,-1-1-122,34-11 122,-18-10 0,-21-4 0,3-34 0,-22 6 0,1-31-482,-25 7 482,-16 0 0,-15-15 0,-17 13 0,-11 0 0,16 47 0,-4 3 0,-39-24 0,32 31 0,-1 2 0,-42-17 0,1 2 0,9 13 0,2 5 856,7 8-856,0 10 125,-17 1-125,39 9 0,-10 4 0,45 10 507,2 0-507,3 8 36,5-3-36,10 16 0,6-2 0,22 11 0,7-5 0,9-9 0,0-2 0,5-11 0,8 2 0,17 0 0,0-4-520,14-2 520,-13-10 0,-30-4 0,-3 0 0,5-3 0,2-4 0,-47-4 0,-8-1 0,0-12 0,-4 2 0,0-20 520,0-3-520,-9-10 0,-8-7 0,-5 16 0,-3-3 0,-4 17 0,4 9 0,0 5 0,-1 7 0,16 7 0,-11-4 0,8 5 0,-8 0 0,3 0 0,1 4 0,9 0 0,4 4 0,4 4 0,0 1 0,0 9 0,0-8 0,9 11 0,11-4 0,16 8 0,19-1 0,-1-7 0,5-5 0,0-6 0,1-4 0,14-1 0,-5-5 0,5 0 0,-14 0 0,-1 0 0,-22-7 0,-12 1 0,-17-10 0,-8 7 0,0-3 0,-4 0 0,-9-2 0,-12-4 0,-15-7 0,-1 4 0,-10-5 0,-9 10 0,-10 0 0,-13 9 0,-7 2-648,-3 5 648,-7 0 0,15 0 0,3 0 0,33 8 0,16-2 0,21 15 0,15-7 0,11 13 0,12 3 0,24 9 0,15 7 0,21 3-329,-36-26 0,2-1 329,7-2 0,1-1 0,4-2 0,1-2 0,4 0 0,0-2 0,-4-2 0,0-1 0,-1-2 0,-1-2 0,-7-3 0,-2-1 0,-4-1 0,0-2 0,6 0 0,-5-2 0,2-2 0,5-8 0,-45-5 0,-3-10 983,3-1-660,-7 0-323,-2-2 0,-4-5 0,0 0 0,0 6 0,0 9 0,-4 13 0,3-5 0,-9 9 0,0 1 0,-2 3 0,3 7 0,10 2 0,3 3 0,4-3 0,4-6 0,6-3 0,10 0 0,12 0 0,7 0 0,-1 0 0,0 0 0,-1-5 0,-4 0 0,10-6 0,-5-4 0,1-1 0,-2-4 0,-11 1 0,-9 4 0,-12 3 0,-6 4 0,-26 4 0,-1 0 0,-16 4 0,7 0 0,-2 0 0,-5 0 0,-11 5 0,-5 0 0,5 10 0,19-5 0,10 3 0,18-1 0,0-3 0,9 12 0,0-11 0,14 7 0,5-7 0,18 0 0,16 1 0,21 0 0,-33-7 0,1-1-309,3 0 1,2-1 308,-1-1 0,0-2 0,-4 1 0,-2 0 0,42 0-158,8 0 158,-45-7 0,0 1 0,-51-10 0,-3 3 0,0-9 612,-3 11-612,-10-5 163,-11 11-163,-5-1 0,0 2 0,-3 4 0,-9 0 0,-14 0 0,-19 0 0,-2 0 0,0 5 0,8 1 0,25 11 0,18-2 0,17 1 0,8-4 0,0-4 0,8 0 0,6-4 0,4 0 0,14-4 0,3 0 0,25 0 0,17 0 0,15 0 0,8 0 0,-8 0-409,-1-5 409,-9-7 0,-28-3 0,-11-6 0,-35-8 0,-4 4 0,-4-2 0,-12 10 0,-4 12 0,-7 1 409,-15 4-409,-12 0 0,-19 6 0,-22 6 0,-1 7 0,-1 5 0,27 3 0,25-10 0,28 10 0,13-13 0,13 13 0,9-2 0,26 0 0,8-4 0,25-6 0,-31-8 0,3-2-492,10 0 0,4-2 240,7 0 0,2 0-240,8-3 0,1 0 0,0 0 0,1 0 477,0 0 1,0 0 14,-5 0 0,-3 0-427,-11 0 1,-3 0 426,-5-2 0,-1-2-120,-7-1 1,-3-2 119,38-12 983,-21-8-720,-32 11 720,-20-2 0,-13 10 0,0 0-904,-20 4 224,2 0-303,-34 4 0,-5 0 0,-35 0-492,38 3 0,-3 0 404,-3 0 0,-1 2 88,0 4 0,3 0 0,-13 4 0,21-1 0,38-5 0,8-3 0,25 1 0,2-2 983,30-3-806,7 0-177,17 0 0,15 0-482,-39 0 0,2 0 482,0 0 0,0 0 0,4 0 0,0 0 0,-1 0 0,3 0 0,16 1 0,0-2 0,-21-1 0,0-1 0,13 0 0,-4-1 0,5-7 0,-20 1 0,-33 4 0,-58 16 0,-16 10 0,8-4 0,-3 2-551,-40 19 551,42-16 0,0 1 0,2 0 0,2 0 0,-38 21 0,34-14 0,19-10 937,35-11-937,10 1 0,15-4 0,11 3 0,0 2 0,6 2 578,-12-3-578,-10-4 0,-19-5 0,-38 8 0,-21 0 0,-43 14-492,40-12 0,-6 1 0,-23 7 0,-13 1 246,14-6 0,-12-1 0,-2 1 0,2 0 0,13 1 0,3 1 0,-2-1 0,-5 0 49,-5-2 0,-6-1 1,-2 0-1,2 0 0,7 0-49,4 3 0,5 0 0,2 0 0,-1-1 0,2-3 0,-1 0 0,2-1 0,3 1-82,-12 4 0,4 0 0,8-1-164,2-1 0,10-2-492,-10 5 743,90-12 241,33-3 0,30 0 0,-17 0 0,6 0 491,17 0 1,6 0-165,-20 0 1,3 0 0,1 0-1,5 0 1,2 0 0,1 0-1,2 0 1,1 0 0,-1 0-176,-6 0 0,-1 0 0,-1 0-480,-3 0 0,-1 0 0,-2 0-46,19 0 0,-8 0 374,-27 0 0,-6 0 0,11 0 983,-66 0 0,-61 0-881,-5 0-102,4 0 0,-6 0 381,4 0 1,-3 0-382,8 0 0,-4 0 0,-2 0-328,-5 0 0,-3 0 0,-1 0 191,-10 0 0,-1 0 1,0 0 136,0 0 0,0 0 0,0 0 0,4 0 0,1 0 0,2 0 0,8 0 0,1 0 0,6 0 0,-6 0 0,10 0 0,-13 0 0,92 0 0,54 0 0,-10 0 0,7 0 4,20 0 0,5 0-4,-22 0 0,2 0 0,1 0 268,5 0 0,1 0 1,0 0-269,-3 0 0,-1 0 0,-1 0 0,-2 0 0,-1 1 0,-2-2-492,26-1 0,-4-2 313,-10-2 1,-7-2 178,15-5 0,-33-3 983,-59 8-45,-14-1 45,-30-1 0,-22-1-566,18 4 1,-3 1-447,-8 2 0,-3 1 29,-16-1 0,-4 1-492,-10 0 0,-2-1 164,30 2 0,0-1 0,-1-1 110,-2-1 1,-1 0 0,1-1 217,3 1 0,0 0 0,2-1 0,-29-2 0,7 1 0,27 3 0,7-1 0,-17-5 0,72 10 0,49-13 0,7 10 0,-3-4 0,3-1 491,-5 4 1,1 1-477,6-3 0,2-1-15,-1 0 0,0 0 0,-3 4 0,-2-1 0,40-7 983,-39 10 0,-21-7-163,-29 3-820,-2-3 0,-11-4 0,3 7 673,-16-6-673,2 10 0,-20-8 0,-16 2 0,-22-4 0,-15-7-492,38 11 0,0 0 479,1-2 0,4-1 13,-23-1 0,34 5 0,44 2 0,28 4 0,14 0 0,19 0 0,17 0 303,8 0-303,-39 0 0,2 0 0,0 0 0,0 0 0,1-2 0,-2-2 0,-1 1 0,-5 0 0,9-4 0,-16-2 0,-44 8 0,-31-2 0,-6-2 0,-24 4 707,11-9-707,-6 4 0,-9-5 0,-15-1-984,-2 0 686,-5-5 298,14 4 0,24-3 0,17 10 0,23 2 0,4 4 0,-4 0 0,-1 0 983,-9 0-684,3 0-299,-13 0 0,-3 5 0,-18 1 0,-15 5 0,-8-5 0,0 0 0,21-6 0,-1 0 0,-13 0 0,-27 0 0,63 0 0,5-4 0,27 0 0,10-16 0,10 9 0,3-13 0,9 13 0,-1-2 0,15-2 0,-14 4 0,2 1 0,-6 2 0,-8 3 0,4 0 0,-11 1 0,-4 4 0,0 0 0,-4 20 0,-5 2 0,-4 15 0,-4-9 0,-5 3 0,-13 13 0,-10 20 0,-17 16-492,25-32 0,0 0 458,-3-4 0,1 1 34,1 3 0,1-1 0,-19 32 0,22-26 0,11-17 0,15-25 0,12-6 0,4-2 0,17-3 0,13 0 0,23-11 0,2-3 0,4-4 0,-14 1 0,2-2-153,23-6 0,-1-1 153,-28 4 0,-4 0 0,-1-3 0,-2-1 0,-5-2 0,-4 0 0,9-14 0,-17 10 0,-33 20 0,-13 8 0,-11 0 0,-23 4 0,-22 6 0,20 0 0,-5 2-238,-14 5 0,-4 2 238,-8 3 0,-2 2-492,-14 2 0,-1 2 0,5 2 0,0 0 123,-5 1 0,2 1-123,12 0 0,4 2 454,5-2 0,7-1 38,-9 11 0,30-11 0,43-6 983,3-11-503,0 6 503,0 1 0,0 5 0,0-3 0,0 5-778,-4-15-205,-10 12 0,4-10 0,-17 7 0,3-5 0,-5-7 0,1 3 0,-4-9 0,-10 0 0,-13 0 0,-12 0 0,7-5 0,20 0 0,20-12 0,30 6 0,27-12 0,35 4 0,-9 3 0,8-2-328,-8 5 0,5-1 0,3 1 0,13-5 0,3 1 0,4 0 82,-12 4 0,3 1 0,1 1 0,1-1 0,5 0 0,1 0 0,2 0 0,0 1 0,5 0 0,1 1 0,1 1 0,1-1 49,-19 2 0,1 0 1,1-1-1,-1 1 0,-2 0-49,17-2 0,-2 0 0,-1 0 0,0 0 0,-4 1 0,-1-1 0,0 1 0,2-2 49,-8 2 0,2-2 1,1 0-1,-2 1 0,-5 0-131,20-3 0,-6 1 0,2-1 82,-11 1 0,4 0 0,-4 0 0,-8 0-246,15-3 0,-9 0 192,-6 1 1,-3 0 299,-16 4 0,-3 0 983,38-8 0,-45 8 0,-29 4 0,-90 2 0,-20 10-492,7-2 1,-9 1-165,27 2 1,-3 1 0,-3 0-656,-19 2 0,-5-1 0,-4 1 116,9-1 0,-3 2 0,-3-1 1,2-1-35,-1 0 0,0-2 0,0 0 0,1 2 0,2 0 0,0 0 0,2 1 0,3-2-82,-13-1 0,3-1 0,2 1 172,-2 3 1,2 1 0,11-2 155,18-4 0,6 0 0,-18 3 0,32-3 983,88-5-239,33 0-744,-15 0 0,7 0 491,15 0 1,4 0-247,-17 0 1,2 0 0,1 0-246,6 0 0,1 0 0,1 0 327,3 0 1,1 0 0,0 0-97,0 0 0,-1 0 0,0 0-231,-3 1 0,0-1 0,-3-1 0,-5-2 0,-1-2 0,-2 0 0,22-2 0,-5-2 0,-10-4 0,-8-2 0,-1-4 0,-30 7 0,-57 8 983,-1 4 0,-16 0 0,-9 5 0,-27 8 0,-19 6-1326,36-3 0,-3 0 343,-3-1 0,-1-1 0,0 2 0,0 1 0,7-3 0,5-2 0,-12 2 0,27-7 0,34-20 0,9-6 0,7-29 983,-1 20-543,11-24-440,-6 10 0,5-13 0,1-5 0,-1 1 0,-6 26 0,-5 5 0,-10 24 0,-8 0 0,-10 4 0,-10 0 0,-12 0 0,-14 0 0,-13 0 0,-9 0 0,-7 5 0,7 2 0,28 3 0,18-1 0,34-1 0,22-4 0,18 5 0,32-2 0,-27-1 0,4 0-492,11-2 0,3-1 170,11 4 1,3-1 321,5-5 0,0 0 0,-4 2 0,-2 0 0,-7 1 0,-6-2 0,13-1 0,-37 5 0,-54-6 0,-26 0-984,-33 5 0,-23-3 492,34 3 0,-1 1 0,-9 1 0,-1 1 0,0-1 0,-1 1 21,-3 5 1,1 1 470,2-2 0,5 0 0,-14 8 0,22 0 0,63-16 983,8 3 0,4-2 0,-4 3 0,-1-3 0,-4 2 0,-4-3 0,0 16-376,-8-9-607,-10 19 0,-12-10 0,-10 11 0,-5-5 0,-6 0 0,0-6 0,-5 6 0,-7 2 0,5-1 0,-12 0 0,12-11 0,-5 0 0,6-6 0,1 1 0,-37 4 0,14-2-294,22-5 1,0 0 293,-38 4 0,7 0 0,-7 0 0,37-5 0,12-2 0,41-5 0,59 0 0,9 0 0,-8 0 0,5 0-492,0 0 0,0 0 372,6 0 0,1 0-372,13 3 0,1 1 240,1-1 0,0 2 252,0 2 0,-1 1 0,-4 2 0,-7 0 0,10 3 0,-35-1 0,-55-5 983,-20 1-839,5 6 839,-4-5 0,-5 8-777,4-6-206,-13 8 0,-7 2 0,-7 0 0,-22 2 0,-11 6-388,37-14 0,-2 2 388,1 1 0,0 1 0,-42 18 0,38-5 0,25-9 0,49-5 0,28-13 0,32-1 0,-23-4 0,6 0-492,10 0 0,5 0 0,16 0 0,5 0 164,-23 0 0,1 0 0,3 0 0,9 0 0,2 0 0,2 0 82,-19 0 0,1 0 0,1 0 0,0 0 222,2 0 0,1 1 0,-1-1 0,0-1 24,19-3 0,-1-1 0,-1-1 0,-3 1 0,-1-1 0,-4-2-328,-10-3 0,-2-3 0,-7 0 182,1 1 0,-8-1 146,25-12 0,-81 14 983,-14 4-473,-21 3 473,-25-4 0,-22 7-492,24-3 1,-4-1-1,-11 5 1,-4 0-471,-8-2 1,-3 0-350,17 3 0,-2 0 0,-1 0-164,-29 0 0,-1 0 276,27 0 1,-2 0 0,3 0-277,-23 0 0,3 0 229,7 0 1,7 0 262,-11 4 0,35 0 983,57 8-715,10-3 715,20 9 0,21-6-377,30 10-355,-35-15 0,3 0-251,13 6 0,4 0 0,4-2 0,3 1-492,12 3 0,4 0 164,-25-7 0,1 0 0,0 0 88,0 2 1,1 0 0,-1 0 239,32-2 0,-6 1 0,-34 1 0,-6-1 0,18 2 0,-73-2 0,-20-1 983,-15 2-765,-33-5-218,-28 6 416,33-10 0,-5 0-416,-12 2 0,-10 0-328,-4-3 0,-10 0 0,4 0 0,18 0 0,2 0 0,-3 0 82,2 0 0,-5 0 0,0 0 0,6 0-82,0 0 0,5 0 0,0 0 0,-3 0 0,1 0 0,1 0-164,-27 0 0,8 0 0,29 0 0,8 0-3,-6 0 495,80 0 983,33 5 0,30 2-492,-25-4 1,3 1-1,15 2 1,5 0-1,13-5 1,4 0-432,-23 3 1,2 1-1,3 0-388,12-1 0,3-1 0,0 0 0,4 3 0,2 0 0,-1 0 124,-21-1 1,1-1 0,-1 1 0,0-1 203,21 2 0,0 0 0,-3 0-328,-9-1 0,-2 1 0,-2 0-123,24 2 0,-10-1 451,-34-3 0,-10 0 0,0 3 983,-67-7 0,-23 0-636,-28 0-347,-19 0-492,25 0 0,-5 0 251,-7 0 1,-3 0 240,-12 0 0,-4 0-62,26 0 0,-2 0 0,-1 0 62,-2 0 0,-1 0 0,-1 0 0,-3 0 0,0 0 0,1 0 0,5 0 0,1 0 0,2 0 0,-33-3 0,9-1 0,35 2 0,8-1 0,-16-5 0,76 4 983,38 4-492,13 0 1,9 0-1,-6 0 1,3 0-165,-2 0 1,4 0 0,-2 0 163,19 0 1,-2 0-1,1 0 1,-1 0-789,-6 0 1,-7 0 296,20 0 0,-41 0 0,-62 0 0,-34 0 0,-26 0 0,18 0 0,-3 0-23,-13 0 1,-3 0 22,-12 0 0,-5 0 0,23 0 0,-3 0 0,-2 0 0,-8 0 0,-2 0 0,-2 0-328,-7 1 0,-2-1 0,1-1 0,-1 0 0,0-2 0,0 0 103,-2-2 0,-1-1 1,2 0 224,10-2 0,1-1 0,2-1 0,5 2 0,2-1 0,1 1 0,-25-4 0,10 1 0,-13 3 0,46 2 0,75 6 0,30 0 0,34 0 0,-28 0 0,6 0-492,21 0 0,5 0 164,-21 0 0,2 0 0,2 0 18,8 0 0,3 0 0,-1 0 396,0 0 0,-1 0 0,1 0-86,-1 0 0,1 0 0,-3 0-328,-8 0 0,-2 0 0,-1 0 106,29 0 0,-10 0 222,13 0 0,-46 0 983,-70 0 0,-26 0 0,-19 0 0,-23 0-492,35 0 1,-2 0-1,-4 0 1,-1 0-1,-1 0 1,4 0 491,-14 0 0,18-4-756,57-1-227,33-4 0,35-2 0,-12 4 0,8 0-492,7 0 0,6 0 164,-19 2 0,3 0 0,1-1 165,3-1 0,0-1 0,0 0 163,1-1 0,-1 1 0,0 0 0,-4-1 0,0 1 0,-2 0 0,28-7 0,-8 1 0,-33 7 0,-6 0 630,27-6-630,-71 6 0,-4 6 0,-25-7 0,-2 7 0,-32-3 0,-11 4 0,-23-6 491,35 0 1,-3-2-491,-7-2 1,-3-1-2,-8-3 0,-2-1-492,-4-4 0,-1 1 0,0 3 0,0-1 402,-2-6 1,7 1 89,-11 0 0,17-3 0,70 16 0,2 0 983,15-4-583,4-2 583,46-6 0,-1 4-804,-9 5 0,5 0-179,2 0 0,3 1-492,7-1 0,3 0 0,11 0 0,3 1 490,-1 2 1,1 1 1,5 0 0,0-1 0,-5 1 0,-1-1 0,-4-2 0,-2-1 0,-11 4 0,-6-1 0,18-5 0,-37 7 0,-49 6 0,-30 0 0,-28 0 0,15 0 0,-5 0-492,-9 0 0,-4 0 305,-11 0 1,-4 0-306,-8 0 0,-2 0 0,-5 0 0,-1 0 275,0 0 0,1 0-201,7 0 0,7 0 418,28 0 0,7 0 0,-8 0 0,118 0 0,24 0 0,-4 0 0,10 0-492,5 0 0,4 0 317,-25 0 1,3 0 0,0 0 174,6 0 0,1 0 0,0 0 0,0 0 0,0 0 0,-2 0 0,-4 0 0,-2 0 0,-2 0 0,28 0 0,-10 0 491,-34-1 1,-10-1 491,5-3 0,-66-4 0,-23 0-398,-14-7-585,-20-1 0,-15-13 491,33 12 1,-1-2-1,-4-2 1,0-2-173,-5-5 0,-1-2-319,1 4 0,1 0 0,0-3 0,5 1 0,-10-7 0,20 8 0,48 7 0,9 10 0,7-6 0,18 2 0,17-2 0,30-6-137,-35 10 0,3 0 137,9-1 0,3 1 0,0 3 0,-1-1 0,-2 1 0,-3 1 0,21 2 0,-37 1 0,-54 6 0,-20 0 0,-30 5 0,-8 7 0,-21 7-473,-3 0 473,1-2 0,30-6 983,31-5-771,43-2-212,30-4 0,27 0 0,16 0-386,-31 0 0,0 0 386,-2 0 0,-2 0 0,44 0 484,-35 8-484,-27-3 0,-37 12 0,-16-3 0,-25 6 0,-16-3 0,-21 5-99,33-12 1,-1-1 98,-3 4 0,-2 0 0,-7-2 0,-1-1 0,-1 0 0,0-1 0,0-2 0,1-1 0,2 1 0,5 0 0,-15 0 0,23-2 0,40-1 0,9 0 0,26 0 0,1 0 983,26 0-977,-6-2-6,5 7 0,7-3 0,2 5 0,6 0 0,-27-2 0,-9 5 0,-36 3 0,-16 8 0,-9 0 0,-17 0 0,-6-4 0,-15 7-430,-7 1 430,-8 1 0,33-11 0,25-9 0,36-14 0,28-2 0,9-4 0,13-6 0,12-2 0,11-11-237,0-2 237,7-5 0,-6-6 0,-7 0 0,0-12 0,-12-5 0,-6-15 0,-12-4 0,-7-7 0,-10 2 0,-3 1 0,-4-1-251,-6 0 251,-6 0 0,-7 0 0,-5 7 0,0 2 0,0-4 0,0 30 0,0 2 0,0 30 658,4 7-658,5-12 260,-4 11-260,11-11 0,-11 12 0,21-9 0,-5 9 0,7-1 0,-2 1 0,-3 4 0,10-4 0,1-1 0,6-4 0,17-2 0,-27 5 0,14-1 0,-35 7 0,3 0 0,-4-2 0,-1 3 0,1-4 0,-3 0 0,-2-4 0,-11-6 0,2 8 0,-15-7 0,-3 12 0,-16-5 0,-14-6 0,-29-3 0,32 7 0,-3-1-197,-11-4 0,1 1 1,-13-1-1,16-1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18:27.286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0 1 24575,'83'0'0,"0"0"0,-26 0 0,-1 0 0,9 0 0,-3 0 0,5 0 0,-26 0 0,-7 0 0,-27 0 0,1 0 0,4 0 0,-3 0 0,12 0 0,-7 0 0,12 0 0,-12 0 0,12 0 0,-20 0 0,7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1:01.43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1 534 24575,'4'-7'0,"1"0"0,-1 3 0,1-1 0,2 3 0,-2-2 0,2-1 0,-3 2 0,1-4 0,0 5 0,2-3 0,-2 0 0,2 2 0,-3-1 0,1 2 0,-1-3 0,1 3 0,-1-3 0,1 5 0,-1-4 0,1 3 0,-1-5 0,1 3 0,0-4 0,2 2 0,-2 2 0,2-1 0,-3 1 0,1-1 0,-1 1 0,1-1 0,-1 2 0,1-3 0,2-5 0,-2 5 0,3-5 0,-4 5 0,1 1 0,-1 1 0,3-3 0,-2 2 0,2-3 0,-2 3 0,-1-1 0,1 1 0,-1-3 0,-1 1 0,1-1 0,-1 3 0,1-1 0,-1 1 0,6-4 0,-7 3 0,7-2 0,-7 2 0,3 1 0,0-3 0,-1 1 0,-1-1 0,1 3 0,-2-1 0,3 1 0,-1-1 0,1 0 0,-1 3 0,3-5 0,-1 2 0,3-5 0,-4 5 0,2-1 0,-3 3 0,1-2 0,-1 1 0,-1-1 0,1 1 0,1-1 0,0 0 0,2 0 0,-3 1 0,1-3 0,2-1 0,-2 1 0,2 0 0,-4 2 0,1 0 0,-2 1 0,3-1 0,-1 3 0,-1-2 0,-1 1 0,0-2 0,-1 1 0,5-3 0,-3 2 0,4-2 0,-5 2 0,3 0 0,-3 1 0,3-1 0,-1 1 0,1-1 0,-3 0 0,5-2 0,-6 2 0,7-2 0,-4 2 0,2 1 0,-1-1 0,-2 3 0,-1-1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1:02.21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83 24575,'12'-5'0,"-4"2"0,2 1 0,-3-1 0,-2 3 0,2-7 0,-2 6 0,-1-5 0,1 5 0,-1-3 0,1 4 0,2-5 0,0 2 0,1 1 0,-1-3 0,-3 5 0,1-2 0,-1 0 0,1 1 0,2-1 0,-2 0 0,2 2 0,0-5 0,-2 5 0,2-2 0,-3 2 0,3 0 0,0 0 0,0-2 0,0 1 0,-2-3 0,-1 3 0,1-1 0,-1 2 0,1 0 0,-1 0 0,3-2 0,-2 2 0,2-3 0,-2 3 0,-1 0 0,1 0 0,-1 0 0,1 0 0,0 0 0,-1 0 0,1 0 0,-1 0 0,1-2 0,-1 2 0,-1-2 0,-1 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1:15.18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24575,'9'0'0,"0"0"0,-2 0 0,-2 0 0,6 0 0,-5 0 0,3 0 0,-2 0 0,-2 0 0,2 0 0,-3 0 0,1 0 0,-1 2 0,1 1 0,-1 1 0,1 1 0,-1-1 0,1-1 0,-1 1 0,1-4 0,-1 2 0,6 1 0,-4-1 0,3 1 0,-4 1 0,0-1 0,-1 1 0,1 1 0,-1-1 0,1 1 0,-1-1 0,1 1 0,-1-1 0,1 1 0,-1-1 0,-1 1 0,1-1 0,-2 1 0,3-3 0,0 5 0,-1-6 0,1 5 0,-1-3 0,1 1 0,-1 1 0,1-3 0,-1 2 0,1-3 0,-1 1 0,1 0 0,2-2 0,-2 4 0,2-3 0,-1 3 0,0-4 0,2 5 0,-2-5 0,1 2 0,-3 0 0,1 1 0,4 2 0,-1-3 0,2 3 0,-3-5 0,-3 2 0,1-2 0,-1 0 0,1 2 0,-1-1 0,1 1 0,-1 0 0,1-2 0,2 5 0,-2-5 0,2 4 0,-3-3 0,1 3 0,-1-2 0,1 3 0,-1-1 0,1 1 0,2 0 0,-4-1 0,3-1 0,-3-1 0,7 0 0,-5 1 0,5 0 0,-5 1 0,-1-4 0,1 2 0,2 1 0,-2-3 0,4 2 0,-4 0 0,2 1 0,-2-1 0,1 3 0,0-3 0,1 1 0,-1 3 0,0-3 0,6 7 0,-7-5 0,5 5 0,-5-5 0,0 2 0,-3-3 0,0 1 0,0-1 0,-1 1 0,1 0 0,0-1 0,-2 3 0,2-2 0,-2 2 0,2-2 0,-1-1 0,1 1 0,-2-1 0,0 1 0,4 2 0,-3-2 0,4 2 0,-3-3 0,-2 3 0,2-2 0,-2 2 0,2-2 0,1-1 0,-1 1 0,2-1 0,-1 1 0,-1-1 0,5 3 0,-6-2 0,5 2 0,-3-2 0,1-1 0,1 1 0,-1-3 0,1 2 0,-1-1 0,1 1 0,-1 1 0,3 2 0,-4-2 0,6 4 0,-8-4 0,6 2 0,-5-2 0,3-1 0,-3 1 0,2-1 0,-3 1 0,3-1 0,-2 1 0,3-1 0,-3 1 0,3 2 0,-3-2 0,3 2 0,0 3 0,-1-2 0,4 7 0,-2-7 0,1 4 0,-2-6 0,-1 0 0,1-1 0,-3 0 0,3 1 0,-5 0 0,4 0 0,-3-1 0,3 0 0,-2-1 0,1 1 0,1-1 0,-2 1 0,3-1 0,-1 1 0,3-1 0,-2 1 0,2-2 0,-2-1 0,-1-2 0,1 2 0,-1-2 0,1 2 0,0-2 0,-1 0 0,6 3 0,-5-3 0,5 3 0,-5-3 0,-1 0 0,6 2 0,-4-2 0,3 5 0,-4-5 0,-1 4 0,1-3 0,2 3 0,-2-1 0,2 1 0,-3-1 0,1 1 0,-1-2 0,1 3 0,-3-1 0,5 3 0,-4-1 0,4-2 0,-3 0 0,1-3 0,2 3 0,-2-1 0,2-1 0,-3 2 0,1-1 0,-1-1 0,1 2 0,0-3 0,-1 3 0,1-1 0,-1-1 0,1 2 0,-1-1 0,1 1 0,-1 1 0,1-1 0,-1 1 0,1-1 0,-1 1 0,3-1 0,-2 1 0,2 0 0,0-1 0,1 1 0,-1 0 0,3 0 0,-5-1 0,2 1 0,-3 0 0,3-1 0,-2 1 0,2 0 0,-2-3 0,-1 2 0,1-1 0,-1-1 0,3 2 0,-2-1 0,1 1 0,-3 1 0,3-3 0,-3 2 0,4-1 0,0 3 0,-2-1 0,1 0 0,-3-1 0,-1-1 0,0 1 0,-2 1 0,4-1 0,-3 1 0,3-1 0,-4-1 0,2-1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1:16.96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6 1 24575,'0'14'0,"-2"0"0,1-3 0,-1 1 0,2-7 0,0 7 0,0-6 0,0 6 0,0-7 0,2 2 0,-2-3 0,5 1 0,-3-1 0,3 1 0,-1 2 0,1-2 0,2 2 0,-2-5 0,2 3 0,-2-5 0,-1 2 0,1-2 0,-1 2 0,-1-1 0,-1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1:32.78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451 29 24575,'-5'-5'0,"-1"0"0,1 5 0,-2-2 0,2 2 0,1-2 0,-1 2 0,0-5 0,1 4 0,-1-3 0,0 4 0,1 0 0,-1 0 0,1 0 0,-1 0 0,0 0 0,1-2 0,-1 1 0,1-1 0,-1 2 0,0 0 0,1 0 0,-1 0 0,-2 0 0,2 0 0,-2 0 0,2 0 0,1 0 0,-1 0 0,1 0 0,-1 0 0,0 0 0,1 0 0,-1 0 0,1 0 0,-3 0 0,1 0 0,-1 0 0,3 0 0,-1 0 0,1 0 0,1 2 0,-3-1 0,2 1 0,-5 0 0,1-1 0,-2 3 0,1-4 0,1 5 0,2-5 0,1 2 0,0 0 0,1 1 0,-1 1 0,3 1 0,0-1 0,2 3 0,-2-2 0,1 5 0,-5-5 0,5 2 0,-8 0 0,6-2 0,-4 2 0,2-2 0,2-1 0,-1 1 0,4-1 0,-7 3 0,4-2 0,-2 2 0,1-2 0,2-1 0,-3 1 0,0-3 0,1 2 0,1-1 0,-1 1 0,1 3 0,-1-2 0,1 2 0,-4-2 0,4 0 0,-4-1 0,3 1 0,-1-1 0,1 1 0,-1-3 0,0 2 0,3-1 0,-2 1 0,3 1 0,-3-1 0,2 1 0,-3 0 0,0-1 0,3-1 0,0-1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1:33.33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24575,'0'0'0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04.55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1 491 24575,'11'-2'0,"-1"1"0,-1-1 0,-2 2-8503,3 0 8503,3-2 1719,-5 1-1719,4-1 0,-1 2 0,-3 0 0,4 0 0,-7 0 6784,4-5-6784,-4 4 0,7-3 0,-1 1 0,-1 3 0,-1-2 0,-4 2 0,-1 0 0,1 0 0,-1 0 0,1 0 0,5 0 0,-5 0 0,5 0 0,-5 0 0,-1 0 0,1 0 0,-1 0 0,1 0 0,-1 0 0,1 0 0,1 0 0,2-3 0,4 3 0,-4-2 0,4 2 0,-7 0 0,2-2 0,-2 1 0,4-1 0,-3 2 0,4 0 0,-6 0 0,1 0 0,4-2 0,0 1 0,6-4 0,-4 5 0,-1-3 0,-1 3 0,-4 0 0,5 0 0,-5-2 0,2 2 0,0-2 0,-2 2 0,4-3 0,-4 3 0,5-2 0,-1 2 0,-1 0 0,1 0 0,-2 0 0,-2 0 0,4-3 0,-4 3 0,8-2 0,-8 2 0,5 0 0,0 0 0,-5 0 0,7 0 0,-4-5 0,0 4 0,-2-3 0,1 4 0,1 0 0,1-2 0,1-1 0,0 0 0,2 1 0,-1 2 0,4-2 0,-1-1 0,-1 0 0,2-2 0,-4 4 0,4-1 0,-6 2 0,5-3 0,-8 3 0,6-5 0,-4 5 0,-1-3 0,0 3 0,-2 0 0,6-4 0,-5 3 0,8-6 0,-9 6 0,2-1 0,-2 0 0,1 2 0,0-2 0,3-1 0,-2 3 0,1-2 0,-1 2 0,0-3 0,-2 3 0,4-5 0,-4 5 0,7-5 0,-6 4 0,7-8 0,-8 7 0,4-5 0,-3 5 0,1 1 0,-1-1 0,-1 2 0,4-2 0,-4 2 0,2-5 0,0 3 0,-2-1 0,7-4 0,-6 6 0,6-6 0,-7 6 0,4-3 0,-3 3 0,3-6 0,-4 6 0,2-5 0,3 3 0,-5 0 0,7 1 0,-4 0 0,-1 1 0,0-1 0,-1 0 0,0-1 0,0 1 0,-1 0 0,0 2 0,4 0 0,-3 0 0,6 0 0,0-5 0,-3 4 0,4-3 0,-8 4 0,5-3 0,-5 3 0,2-4 0,2 3 0,-1-1 0,1 0 0,-2 1 0,0-1 0,-2 2 0,5-4 0,-5 3 0,4-4 0,-4 5 0,4-2 0,-3 0 0,1-1 0,-3-1 0,1 3 0,4-3 0,-3 3 0,4-3 0,-3 3 0,0-1 0,1 0 0,1-1 0,-4-1 0,7-4 0,-6 3 0,9-3 0,-9 6 0,8-3 0,-6 2 0,1-2 0,-2 3 0,-2 0 0,-1 0 0,1 1 0,2-1 0,-2 2 0,4-2 0,-4 1 0,4-3 0,-1 3 0,5-6 0,-5 4 0,1-4 0,-4 4 0,-1 1 0,1 2 0,5-2 0,-5 1 0,8-4 0,-8 5 0,2-2 0,-3 0 0,1 1 0,-1-1 0,1 0 0,-1 1 0,1-3 0,-1 4 0,6-5 0,-4 3 0,8-4 0,-8 2 0,4 1 0,-6-1 0,1 3 0,-1-3 0,1 4 0,2-2 0,-2 0 0,2 1 0,-3-1 0,3 0 0,-1 1 0,0-1 0,-1 2 0,2-2 0,-2 1 0,4-3 0,-4 3 0,2-1 0,-2 2 0,-1 0 0,1 0 0,-1-2 0,1 1 0,0-1 0,1 0 0,1 0 0,1-1 0,-1-1 0,-3 3 0,1-1 0,-1 0 0,1-1 0,-1 1 0,1 0 0,-1 0 0,1-1 0,-1 1 0,-1 0 0,-1 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06.82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1 140 24575,'10'-4'0,"-2"1"0,-3 1 0,0 2 0,-1 0 0,1-2 0,-1 1 0,1-1 0,-1 2 0,1 0 0,-1 0 0,1 0 0,-1 0 0,3 0 0,1 0 0,-1 0 0,0 0 0,-2 0 0,-1 0 0,3-4 0,-2 3 0,2-4 0,-2 5 0,-1-2 0,1 2 0,-1-4 0,1 3 0,-1-1 0,1 2 0,-1-2 0,1 2 0,-1-2 0,3-1 0,-2 3 0,7-3 0,-3 1 0,1 2 0,-1-5 0,-4 5 0,7-3 0,-6 3 0,9-2 0,-9 1 0,6-3 0,-7 3 0,2-1 0,-3 2 0,1 0 0,2-2 0,0 1 0,0-1 0,0 2 0,-3 0 0,6-2 0,-4 1 0,9-1 0,-7 2 0,7 0 0,-4 0 0,4 0 0,-4 0 0,4 0 0,2 0 0,2 0 0,1-5 0,-3 4 0,-2-4 0,-2 5 0,0 0 0,-1 0 0,-2 0 0,-3 0 0,2 0 0,-3 0 0,3-2 0,-4 1 0,2-1 0,-2 2 0,-1 0 0,1 0 0,1 0 0,0 0 0,1-2 0,-3 1 0,1-1 0,-1 2 0,1 0 0,2 0 0,0-2 0,1 1 0,1-1 0,-4 2 0,2 0 0,0-2 0,-2 1 0,7-3 0,-2 1 0,1 0 0,0 1 0,-6 2 0,8 0 0,-5 0 0,4 0 0,-4 0 0,4-3 0,-6 3 0,6-3 0,-5 3 0,3-4 0,-2 3 0,-1-4 0,-3 3 0,1 2 0,2-5 0,-2 5 0,9-2 0,-10 2 0,5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09.49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67 24575,'9'2'0,"-2"0"0,-1-2 0,-1 0 0,4 0 0,-4 0 0,4 0 0,-4 0 0,-1 0 0,1 0 0,2 0 0,-2 0 0,2 0 0,-3 0 0,1 0 0,2 0 0,-2 0 0,2 0 0,-3 0 0,1 0 0,-1 0 0,3 0 0,-2 0 0,2-2 0,-2 2 0,-1-2 0,1 2 0,-1 0 0,1 0 0,-1 0 0,1 0 0,2 0 0,-2 0 0,2 0 0,-3 0 0,1 0 0,2 0 0,-2-2 0,2 1 0,0-1 0,-2 0 0,2 2 0,0-2 0,-2 0 0,2 1 0,-3-1 0,1 2 0,-1-2 0,1 1 0,5-5 0,-5 2 0,5-3 0,-3 2 0,-2 1 0,2-1 0,-4 0 0,-1 1 0,0-1 0,-2 3 0,2-1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0:10.51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49 1 24575,'-6'4'0,"0"1"0,3 4 0,1-3 0,-5 6 0,4-7 0,-4 2 0,4-2 0,-3 2 0,5-4 0,-4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3:15.945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1 631 24575,'7'-18'0,"2"0"0,-3 7 0,1 0 0,1 1 0,0 0 0,0 0 0,0 0 0,0 2 0,-1 0 0,2-2 0,-1 1 0,0-1 0,-1 2 0,0 0 0,1 0 0,-1-2 0,2 0 0,-1 0 0,0 2 0,2 0 0,-1 0 0,0 0 0,0 1 0,-2 0 0,-1 2 0,1-1 0,-3 2 0,3-1 0,0 1 0,-2 1 0,3 0 0,-4 0 0,1 2 0,1-1 0,-2 0 0,1 1 0,0-1 0,1-1 0,-1 1 0,1-2 0,-1 1 0,0 0 0,0 0 0,0 0 0,0-1 0,2 1 0,-1-2 0,2 0 0,2-2 0,-2 3 0,2-2 0,-1 3 0,-1-1 0,1-1 0,1-1 0,-2 1 0,2-1 0,-2 2 0,0 0 0,0 0 0,-1 0 0,-1-1 0,0 1 0,-1-1 0,2 1 0,0 0 0,0 0 0,-1 0 0,1-1 0,0 0 0,-1 0 0,2-2 0,-1 1 0,-1-1 0,5-1 0,-6 3 0,5-2 0,-4 3 0,4-4 0,-2 2 0,2-2 0,-3 3 0,0 0 0,1 0 0,0 0 0,0-1 0,-1 2 0,0-1 0,0 1 0,0 1 0,2-1 0,-1 0 0,1-1 0,1 1 0,0 0 0,0 0 0,-1 0 0,4-1 0,-3 2 0,4-2 0,-5 3 0,1-2 0,0 1 0,4-1 0,-5 1 0,4-1 0,-6 2 0,-1 1 0,-1 0 0,2-1 0,-1 1 0,-1 0 0,1 0 0,-2 0 0,1 0 0,2 0 0,-1 0 0,1 0 0,-2 0 0,0-1 0,0 1 0,2 1 0,-2 0 0,1 0 0,-2 0 0,1 0 0,3 0 0,-3 0 0,2 0 0,-2 0 0,0 0 0,2 0 0,-2 0 0,1 0 0,-1 0 0,0 0 0,2 1 0,-3 3 0,1 0 0,-3 1 0,-1 0 0,0 0 0,0 0 0,-1 2 0,0-2 0,0 1 0,0-1 0,-2-1 0,-1 1 0,-2 1 0,-3-1 0,0 0 0,-2 1 0,0-1 0,-5 2 0,3-1 0,-5 4 0,7-5 0,-3 3 0,4-3 0,-1 0 0,0 1 0,1-2 0,1 0 0,0 0 0,2-2 0,0 2 0,0-1 0,2-1 0,-2 1 0,0 0 0,-1 0 0,0 0 0,0-1 0,0 2 0,0-1 0,1 0 0,-1 1 0,-1 2 0,1-1 0,1 1 0,0-2 0,0 1 0,0 0 0,-1 0 0,-3 3 0,3-2 0,-4 3 0,4-3 0,1 1 0,0-1 0,1 0 0,1-1 0,0 1 0,-1 0 0,-1-1 0,0 1 0,-1 1 0,1-1 0,-1 1 0,2-2 0,0 1 0,-2 3 0,1-3 0,-2 3 0,2-3 0,-1 0 0,2 2 0,-2-1 0,0 0 0,0 0 0,-1 2 0,1-1 0,-1 1 0,0-1 0,2-1 0,-1 1 0,2-1 0,-1 0 0,-1 1 0,1-1 0,1 0 0,1-1 0,0 0 0,0-1 0,1 0 0,-1 0 0,1 0 0,0 0 0,0-1 0,0 0 0,0 1 0,16-9 0,-8 3 0,15-10 0,-10 4 0,14-9 0,-11 6 0,9-6 0,-12 10 0,-1 1 0,1 1 0,-1-1 0,-1 1 0,0-1 0,2 0 0,2 0 0,0 0 0,1-1 0,0 1 0,1 1 0,1-1 0,-1 1 0,-1-2 0,2-1 0,-3 0 0,1-1 0,6-4 0,-6 4 0,6-3 0,-6 3 0,2-5 0,-4 5 0,0-3 0,-5 6 0,-1 0 0,0 0 0,-1 1 0,-1-1 0,-1 1 0,2-1 0,-2 1 0,2-2 0,-1 3 0,-1-3 0,2 1 0,0 2 0,0-1 0,1-2 0,-1 2 0,1-3 0,-1 2 0,-1 0 0,0 1 0,1 0 0,1-1 0,0 0 0,1 0 0,0 0 0,2-2 0,0 0 0,0 0 0,0 1 0,0 0 0,3-1 0,0 0 0,-1 0 0,3-3 0,-7 5 0,4-4 0,-3 4 0,-1-1 0,1 1 0,-2 1 0,0-1 0,-1 0 0,0 1 0,1 1 0,-1 0 0,1-2 0,0-1 0,0 0 0,1 1 0,-1 0 0,0 2 0,0-1 0,0-1 0,-1 0 0,0 1 0,1-1 0,-2 1 0,1-1 0,-1 1 0,1 0 0,1 1 0,0 0 0,-1 0 0,-2 13 0,-2-4 0,-2 8 0,-1-7 0,-3 5 0,2 0 0,-3 2 0,2-2 0,0-3 0,0 0 0,-2 0 0,0 0 0,0 1 0,-1-2 0,-1 5 0,3-7 0,-2 5 0,3-6 0,0 2 0,0-1 0,-1 1 0,1-1 0,0 1 0,0 0 0,-1-2 0,3 0 0,-1 1 0,1 0 0,-1 0 0,0-1 0,0 0 0,0 0 0,0 1 0,0 0 0,-1 1 0,1 0 0,0-1 0,0 1 0,1 2 0,-1-2 0,0 1 0,2-2 0,-2 3 0,2-2 0,-2 2 0,3-3 0,0-1 0,0 2 0,-1-1 0,1 2 0,0 0 0,-1-2 0,2 0 0,0 0 0,0 1 0,0 2 0,0 0 0,0 0 0,0-1 0,0 0 0,0 1 0,0-1 0,0 1 0,0 1 0,0-1 0,1 3 0,1-6 0,4 5 0,-1-6 0,2 3 0,-2-5 0,0 0 0,0-1 0,0 0 0,2-1 0,0 0 0,0-1 0,0 0 0,-2 0 0,0 0 0,0 0 0,0 0 0,2-1 0,0-3 0,-1-1 0,2-4 0,-3 1 0,2-1 0,-3 2 0,0-1 0,0-3 0,0 2 0,0-2 0,0 5 0,0-1 0,0 2 0,-1 1 0,0 0 0,1-1 0,-1 1 0,2-1 0,-2 2 0,1 0 0,1-2 0,-2 2 0,3-2 0,-3 1 0,2 1 0,-1-2 0,1 1 0,-1-1 0,0 2 0,-2 13 0,0-3 0,-1 11 0,6 3 0,-1-5 0,4 6 0,-5-10 0,1 1 0,-1-1 0,5 6 0,-4-4 0,4 2 0,-5-3 0,1 0 0,-1 0 0,1 0 0,0-1 0,-1-1 0,1 0 0,-1-1 0,-1-3 0,0 0 0,-2-1 0,0-1 0,0 2 0,1-2 0,-1 0 0,1 0 0,-1 0 0,1 0 0,-1 0 0,1 0 0,1 2 0,-1-2 0,2 1 0,-2-2 0,4 4 0,-2-3 0,3 2 0,-3-5 0,0 1 0,0-2 0,0 1 0,0-1 0,1-1 0,-1 0 0,1 0 0,-1 0 0,0 0 0,1-1 0,-3-5 0,1 1 0,-4-3 0,0 3 0,0 0 0,0-2 0,-1 1 0,-2-1 0,0 2 0,-2 0 0,0 0 0,0-1 0,0-1 0,0-1 0,1-1 0,-1-1 0,-2-1 0,0-2 0,1-1 0,0-1 0,1-1 0,2 0 0,-2 0 0,1-5 0,2 7 0,-1-5 0,2 10 0,0-2 0,1-2 0,0 4 0,0-1 0,0 5 0,0 0 0,1-1 0,2 2 0,0 0 0,4 2 0,-3 1 0,3 1 0,0 0 0,0 0 0,6 0 0,3 0 0,0 0 0,-2 0 0,-5 1 0,1 2 0,-1 0 0,2 1 0,0 0 0,-1-1 0,-1 2 0,1 0 0,-1-1 0,1 2 0,0-1 0,-1 1 0,2-1 0,-1 1 0,-1-1 0,0 0 0,1 1 0,-1-1 0,4 3 0,-6-2 0,5 3 0,-5-2 0,3 0 0,2 6 0,-2-3 0,3 3 0,-5-4 0,0 1 0,-1 0 0,-1-3 0,0 0 0,-2-2 0,1 2 0,0 1 0,0-1 0,0-1 0,-1 0 0,-1-1 0,-1 0 0,-2 0 0,0 0 0,0 2 0,0-2 0,-3 3 0,0-4 0,-4 1 0,-1-3 0,0 0 0,-1 0 0,0 0 0,1-1 0,0 1 0,1-1 0,0-1 0,-1 0 0,1 0 0,0 0 0,2 0 0,-2 0 0,1 0 0,-1 0 0,-4 0 0,6-1 0,-4-2 0,4-1 0,0-3 0,0-2 0,0 0 0,1-1 0,0-1 0,0-1 0,1 0 0,1-2 0,0 1 0,0-1 0,1-1 0,1 2 0,0-1 0,0 1 0,0-1 0,0-1 0,0 3 0,0 0 0,0 3 0,0 2 0,0-1 0,0-1 0,1 3 0,0-2 0,2 4 0,0-1 0,0 0 0,0 0 0,1 0 0,-1 0 0,0-1 0,1 1 0,0 0 0,-2-1 0,1 0 0,1 0 0,-1 2 0,1 1 0,-1-1 0,0 0 0,1-1 0,1-1 0,0 2 0,-1 0 0,0 2 0,1 0 0,-1 1 0,3 1 0,-1 0 0,-1 0 0,2 0 0,-2 0 0,0 0 0,1 0 0,-1 0 0,1 0 0,-1 0 0,0 0 0,2 0 0,-1 0 0,1 0 0,-2 0 0,1 0 0,2 0 0,-1 0 0,1-1 0,-4 0 0,2-1 0,3-3 0,-2 2 0,2-2 0,-4 2 0,0 1 0,0-2 0,-1 2 0,0-3 0,1 3 0,-2 12 0,1-6 0,-3 14 0,-1-10 0,0 4 0,0 0 0,1 0 0,2-2 0,1-1 0,0-1 0,1 2 0,0-2 0,-2 0 0,1 2 0,0-1 0,0 1 0,0 0 0,0-2 0,0 0 0,-1 2 0,1-2 0,-1 4 0,0-4 0,1 3 0,1-2 0,-2-1 0,2 4 0,-3-5 0,2 1 0,-2-2 0,0 0 0,0 1 0,-1-1 0,1-1 0,0-1 0,0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3:17.487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1 873 24575,'20'-11'0,"2"-1"0,0-3 0,3-2 0,16-10 0,-8 7 0,11-7 0,-11 8 0,0 0 0,9-6 0,-10 6 0,5-3 0,-12 7 0,0-1 0,-3 1 0,-1 2 0,-2 2 0,0 0 0,-2 1 0,-2 3 0,-1-1 0,-1 3 0,-1-1 0,0 1 0,-1 1 0,2-1 0,1-1 0,0-1 0,2-1 0,1 1 0,1-1 0,1 0 0,-1 0 0,0 1 0,8-5 0,3 1 0,-3-2 0,2 1 0,-10 2 0,8-5 0,-7 4 0,5-4 0,-7 5 0,3-3 0,0 1 0,0 0 0,-4 1 0,1 0 0,2 0 0,1 0 0,3-2 0,1-1 0,2-1 0,1-1 0,0 1 0,1 2 0,-3 2 0,3-4 0,1 0 0,-6 0 0,0 2 0,-10 4 0,2 0 0,2-4 0,-6 5 0,2-3 0,-5 5 0,0-1 0,0 0 0,-1 2 0,-1 2 0,1-1 0,-2 1 0,3-2 0,0 1 0,-1 0 0,-1 1 0,0 1 0,-1 1 0,0 1 0,0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3:20.003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0 794 24575,'20'-5'0,"-2"1"0,4-3 0,-6 3 0,10-5 0,-9 3 0,1-1 0,2-1 0,-2 2 0,0 0 0,-1-1 0,-3-1 0,3 1 0,-3-1 0,1 0 0,0 0 0,-1 0 0,-1 0 0,-2 1 0,1-1 0,-1 1 0,0 0 0,3-5 0,-3 4 0,4-3 0,0 1 0,3-2 0,0 2 0,0 0 0,-6 5 0,2-1 0,-1-1 0,0-1 0,2 0 0,0 1 0,0 1 0,1-2 0,0 1 0,3-2 0,-1 0 0,2-1 0,1-1 0,0 0 0,0-2 0,-1 1 0,10-6 0,-6 3 0,16-13 0,-15 12 0,19-15 0,-18 16 0,10-7 0,-13 9 0,1 2 0,-3 1 0,0 1 0,-2 0 0,-1 1 0,3-1 0,-1 0 0,2-1 0,3 1 0,-2-1 0,0 0 0,-2 2 0,-3-1 0,1 1 0,-2-1 0,6-2 0,-7 3 0,11-6 0,-15 7 0,7-3 0,-9 5 0,1-1 0,0 0 0,1 1 0,-1-1 0,0 1 0,-2 0 0,1 0 0,-1 1 0,2 0 0,2 0 0,-1 0 0,1-2 0,-1 2 0,-1 0 0,1-1 0,-1 2 0,0 0 0,0 2 0,-2 1 0,1 0 0,-5 0 0,0 0 0,-16 5 0,4-1 0,-13 4 0,9-3 0,-1 0 0,-1 1 0,-1-1 0,-3 1 0,8-2 0,1-1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00:23:21.320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1 1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B146-5210-6CE0-D1FA-A1D1317F4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C4B67-CF2C-FE1B-B366-5BF03700C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FB6ED-3D1D-5CAE-3E14-8E2755AF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E74C9-4AB3-61A8-BBF6-27D691C3A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362BD-DBDB-CA5A-C1DC-29E9CE98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5099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B161-823B-2E44-42F3-029D0C37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DA65F-BD13-B4C5-9E44-B0C40DD54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F7766-28FF-0495-0E87-75BC0564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58FD-9624-FC10-C24F-7E751E8B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164F6-F20A-E0A3-C421-F0CB85ED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60492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96DB-F7EB-7A9F-1686-B8DA9F3B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8EA9A-CAEB-0A3F-8BD4-26163D24E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BAD15-12F4-47B5-BE95-0D13268B3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E9DA4-8FBC-EE3E-BF28-A95628C7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4217E-BBE0-5A22-C673-B04BFAC5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654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94D8-9EA3-BCC9-C221-305B7806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625AA-CA9E-B5FC-6620-8E89D359D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F5CF7-237A-1F1B-0B65-99AF5FA86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BDDBE-4293-ED9D-FAB6-CA0E3223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1B689-A658-FE70-17F9-1D164D27A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220E7-0B90-89E0-2E55-9D42323F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183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75F8-3E9C-B73D-868D-5114A493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6E40B-F0CE-B075-8075-20D1E8068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A882C-6CE0-8B48-D214-DD83642D6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F5087-FCB8-9D1E-AD3E-6D7B0F597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E08EC-D09E-704B-E5E9-37EE8F73F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C9D15-6917-2CF6-5376-288E8EAC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9B270C-2C1D-769F-4285-6C1EEC43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E9DCF1-0680-B9F4-8555-8B96D7B4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9719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9E6A8-0565-CA02-1B3E-73D50053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21D10-5947-1C4C-D357-450E2FD7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70F99-3DDA-7788-D9B0-721F313D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99F94-EE5D-C119-26BE-2F521CD0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0198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F5854A-B2B6-EAB6-B748-AEB983BE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C03EB-FEB2-D3D3-2EE1-2D969FBC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584C5-30CD-2254-F92B-C4120787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2622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AC0F-D509-32CF-87ED-E6A6C6C0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CD6EA-76E2-B6D0-E3E7-D8085A064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914C0-AD10-4465-C54E-F89F28CCA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70384-96B2-EDB6-D046-B4618B23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26D48-1BBE-EE0F-C913-F26A58A8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B9AD4-9FFE-77BB-F733-EFD2C75E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6127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93F4-913B-6FAB-B111-2D1932F0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B39011-F9E5-6FD4-A309-B56935540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C2794-B020-620B-A8E2-77D6CC8DC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CD027-4CB2-4E0F-0CBC-818396EB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ACCC3-83A6-180F-CC0F-9AB44910B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CFA6-404F-51AC-8047-81599E94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4182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C17B-7B4C-5D43-E6B6-A10CC5E7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F15C7-63F9-6F22-3333-575DC6EC0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FB6DA-4450-B6D2-7D59-94975C508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5AEC2-AF3A-3668-6CE4-97404B4D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DB2B1-12A0-428C-D010-57D15DC3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5949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FA36E0-149F-4520-54C7-6D892672E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6D708-18DE-403A-3E6C-C05C3FF3A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57FBE-9F97-0887-F66D-E55EC729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18989-C4A7-D098-4962-7B00B831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07751-C1B9-8DD1-95D9-ED3865CA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719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4E27F-C103-F13B-E727-8C68530D0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D8E6B-9154-1628-EA69-C02212F0F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C18AB-32B0-029D-1F8D-114952763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3F403-FCDF-684F-83E2-7143C32480E1}" type="datetimeFigureOut">
              <a:rPr lang="en-CL" smtClean="0"/>
              <a:t>01-10-26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452ED-62D7-F8A2-B694-23FF1DF80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AE8E4-9281-EE81-98AB-A3BF0E349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7340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9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42.png"/><Relationship Id="rId84" Type="http://schemas.openxmlformats.org/officeDocument/2006/relationships/image" Target="../media/image50.png"/><Relationship Id="rId89" Type="http://schemas.openxmlformats.org/officeDocument/2006/relationships/customXml" Target="../ink/ink44.xml"/><Relationship Id="rId112" Type="http://schemas.openxmlformats.org/officeDocument/2006/relationships/image" Target="../media/image64.png"/><Relationship Id="rId16" Type="http://schemas.openxmlformats.org/officeDocument/2006/relationships/image" Target="../media/image16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24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7.png"/><Relationship Id="rId74" Type="http://schemas.openxmlformats.org/officeDocument/2006/relationships/image" Target="../media/image45.png"/><Relationship Id="rId79" Type="http://schemas.openxmlformats.org/officeDocument/2006/relationships/customXml" Target="../ink/ink39.xml"/><Relationship Id="rId102" Type="http://schemas.openxmlformats.org/officeDocument/2006/relationships/image" Target="../media/image59.png"/><Relationship Id="rId123" Type="http://schemas.openxmlformats.org/officeDocument/2006/relationships/customXml" Target="../ink/ink61.xml"/><Relationship Id="rId5" Type="http://schemas.openxmlformats.org/officeDocument/2006/relationships/customXml" Target="../ink/ink2.xml"/><Relationship Id="rId90" Type="http://schemas.openxmlformats.org/officeDocument/2006/relationships/image" Target="../media/image53.png"/><Relationship Id="rId95" Type="http://schemas.openxmlformats.org/officeDocument/2006/relationships/customXml" Target="../ink/ink47.xml"/><Relationship Id="rId22" Type="http://schemas.openxmlformats.org/officeDocument/2006/relationships/image" Target="../media/image19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32.png"/><Relationship Id="rId64" Type="http://schemas.openxmlformats.org/officeDocument/2006/relationships/image" Target="../media/image40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7.png"/><Relationship Id="rId80" Type="http://schemas.openxmlformats.org/officeDocument/2006/relationships/image" Target="../media/image48.png"/><Relationship Id="rId85" Type="http://schemas.openxmlformats.org/officeDocument/2006/relationships/customXml" Target="../ink/ink42.xml"/><Relationship Id="rId12" Type="http://schemas.openxmlformats.org/officeDocument/2006/relationships/image" Target="../media/image140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7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62.png"/><Relationship Id="rId124" Type="http://schemas.openxmlformats.org/officeDocument/2006/relationships/image" Target="../media/image70.png"/><Relationship Id="rId54" Type="http://schemas.openxmlformats.org/officeDocument/2006/relationships/image" Target="../media/image35.png"/><Relationship Id="rId70" Type="http://schemas.openxmlformats.org/officeDocument/2006/relationships/image" Target="../media/image43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23" Type="http://schemas.openxmlformats.org/officeDocument/2006/relationships/customXml" Target="../ink/ink11.xml"/><Relationship Id="rId28" Type="http://schemas.openxmlformats.org/officeDocument/2006/relationships/image" Target="../media/image22.png"/><Relationship Id="rId49" Type="http://schemas.openxmlformats.org/officeDocument/2006/relationships/customXml" Target="../ink/ink24.xml"/><Relationship Id="rId114" Type="http://schemas.openxmlformats.org/officeDocument/2006/relationships/image" Target="../media/image65.png"/><Relationship Id="rId119" Type="http://schemas.openxmlformats.org/officeDocument/2006/relationships/customXml" Target="../ink/ink59.xml"/><Relationship Id="rId44" Type="http://schemas.openxmlformats.org/officeDocument/2006/relationships/image" Target="../media/image30.png"/><Relationship Id="rId60" Type="http://schemas.openxmlformats.org/officeDocument/2006/relationships/image" Target="../media/image38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51.png"/><Relationship Id="rId13" Type="http://schemas.openxmlformats.org/officeDocument/2006/relationships/customXml" Target="../ink/ink6.xml"/><Relationship Id="rId18" Type="http://schemas.openxmlformats.org/officeDocument/2006/relationships/image" Target="../media/image17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5.png"/><Relationship Id="rId50" Type="http://schemas.openxmlformats.org/officeDocument/2006/relationships/image" Target="../media/image33.png"/><Relationship Id="rId55" Type="http://schemas.openxmlformats.org/officeDocument/2006/relationships/customXml" Target="../ink/ink27.xml"/><Relationship Id="rId76" Type="http://schemas.openxmlformats.org/officeDocument/2006/relationships/image" Target="../media/image46.png"/><Relationship Id="rId97" Type="http://schemas.openxmlformats.org/officeDocument/2006/relationships/customXml" Target="../ink/ink48.xml"/><Relationship Id="rId104" Type="http://schemas.openxmlformats.org/officeDocument/2006/relationships/image" Target="../media/image60.png"/><Relationship Id="rId120" Type="http://schemas.openxmlformats.org/officeDocument/2006/relationships/image" Target="../media/image68.png"/><Relationship Id="rId125" Type="http://schemas.openxmlformats.org/officeDocument/2006/relationships/customXml" Target="../ink/ink62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4.png"/><Relationship Id="rId2" Type="http://schemas.openxmlformats.org/officeDocument/2006/relationships/image" Target="../media/image15.png"/><Relationship Id="rId29" Type="http://schemas.openxmlformats.org/officeDocument/2006/relationships/customXml" Target="../ink/ink14.xml"/><Relationship Id="rId24" Type="http://schemas.openxmlformats.org/officeDocument/2006/relationships/image" Target="../media/image20.png"/><Relationship Id="rId40" Type="http://schemas.openxmlformats.org/officeDocument/2006/relationships/image" Target="../media/image28.png"/><Relationship Id="rId45" Type="http://schemas.openxmlformats.org/officeDocument/2006/relationships/customXml" Target="../ink/ink22.xml"/><Relationship Id="rId66" Type="http://schemas.openxmlformats.org/officeDocument/2006/relationships/image" Target="../media/image41.png"/><Relationship Id="rId87" Type="http://schemas.openxmlformats.org/officeDocument/2006/relationships/customXml" Target="../ink/ink43.xml"/><Relationship Id="rId110" Type="http://schemas.openxmlformats.org/officeDocument/2006/relationships/image" Target="../media/image63.png"/><Relationship Id="rId115" Type="http://schemas.openxmlformats.org/officeDocument/2006/relationships/customXml" Target="../ink/ink57.xml"/><Relationship Id="rId61" Type="http://schemas.openxmlformats.org/officeDocument/2006/relationships/customXml" Target="../ink/ink30.xml"/><Relationship Id="rId82" Type="http://schemas.openxmlformats.org/officeDocument/2006/relationships/image" Target="../media/image49.png"/><Relationship Id="rId19" Type="http://schemas.openxmlformats.org/officeDocument/2006/relationships/customXml" Target="../ink/ink9.xml"/><Relationship Id="rId14" Type="http://schemas.openxmlformats.org/officeDocument/2006/relationships/image" Target="../media/image150.png"/><Relationship Id="rId30" Type="http://schemas.openxmlformats.org/officeDocument/2006/relationships/image" Target="../media/image23.png"/><Relationship Id="rId35" Type="http://schemas.openxmlformats.org/officeDocument/2006/relationships/customXml" Target="../ink/ink17.xml"/><Relationship Id="rId56" Type="http://schemas.openxmlformats.org/officeDocument/2006/relationships/image" Target="../media/image36.png"/><Relationship Id="rId77" Type="http://schemas.openxmlformats.org/officeDocument/2006/relationships/customXml" Target="../ink/ink38.xml"/><Relationship Id="rId100" Type="http://schemas.openxmlformats.org/officeDocument/2006/relationships/image" Target="../media/image58.png"/><Relationship Id="rId105" Type="http://schemas.openxmlformats.org/officeDocument/2006/relationships/customXml" Target="../ink/ink52.xml"/><Relationship Id="rId126" Type="http://schemas.openxmlformats.org/officeDocument/2006/relationships/image" Target="../media/image71.png"/><Relationship Id="rId8" Type="http://schemas.openxmlformats.org/officeDocument/2006/relationships/image" Target="../media/image120.png"/><Relationship Id="rId51" Type="http://schemas.openxmlformats.org/officeDocument/2006/relationships/customXml" Target="../ink/ink25.xml"/><Relationship Id="rId72" Type="http://schemas.openxmlformats.org/officeDocument/2006/relationships/image" Target="../media/image44.png"/><Relationship Id="rId93" Type="http://schemas.openxmlformats.org/officeDocument/2006/relationships/customXml" Target="../ink/ink46.xml"/><Relationship Id="rId98" Type="http://schemas.openxmlformats.org/officeDocument/2006/relationships/image" Target="../media/image57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31.png"/><Relationship Id="rId67" Type="http://schemas.openxmlformats.org/officeDocument/2006/relationships/customXml" Target="../ink/ink33.xml"/><Relationship Id="rId116" Type="http://schemas.openxmlformats.org/officeDocument/2006/relationships/image" Target="../media/image66.png"/><Relationship Id="rId20" Type="http://schemas.openxmlformats.org/officeDocument/2006/relationships/image" Target="../media/image18.png"/><Relationship Id="rId41" Type="http://schemas.openxmlformats.org/officeDocument/2006/relationships/customXml" Target="../ink/ink20.xml"/><Relationship Id="rId62" Type="http://schemas.openxmlformats.org/officeDocument/2006/relationships/image" Target="../media/image39.png"/><Relationship Id="rId83" Type="http://schemas.openxmlformats.org/officeDocument/2006/relationships/customXml" Target="../ink/ink41.xml"/><Relationship Id="rId88" Type="http://schemas.openxmlformats.org/officeDocument/2006/relationships/image" Target="../media/image52.png"/><Relationship Id="rId111" Type="http://schemas.openxmlformats.org/officeDocument/2006/relationships/customXml" Target="../ink/ink55.xml"/><Relationship Id="rId15" Type="http://schemas.openxmlformats.org/officeDocument/2006/relationships/customXml" Target="../ink/ink7.xml"/><Relationship Id="rId36" Type="http://schemas.openxmlformats.org/officeDocument/2006/relationships/image" Target="../media/image26.png"/><Relationship Id="rId57" Type="http://schemas.openxmlformats.org/officeDocument/2006/relationships/customXml" Target="../ink/ink28.xml"/><Relationship Id="rId106" Type="http://schemas.openxmlformats.org/officeDocument/2006/relationships/image" Target="../media/image61.png"/><Relationship Id="rId10" Type="http://schemas.openxmlformats.org/officeDocument/2006/relationships/image" Target="../media/image130.png"/><Relationship Id="rId31" Type="http://schemas.openxmlformats.org/officeDocument/2006/relationships/customXml" Target="../ink/ink15.xml"/><Relationship Id="rId52" Type="http://schemas.openxmlformats.org/officeDocument/2006/relationships/image" Target="../media/image34.png"/><Relationship Id="rId73" Type="http://schemas.openxmlformats.org/officeDocument/2006/relationships/customXml" Target="../ink/ink36.xml"/><Relationship Id="rId78" Type="http://schemas.openxmlformats.org/officeDocument/2006/relationships/image" Target="../media/image47.png"/><Relationship Id="rId94" Type="http://schemas.openxmlformats.org/officeDocument/2006/relationships/image" Target="../media/image55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9.png"/><Relationship Id="rId4" Type="http://schemas.openxmlformats.org/officeDocument/2006/relationships/image" Target="../media/image100.png"/><Relationship Id="rId9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ng shot of a desert&#10;&#10;AI-generated content may be incorrect.">
            <a:extLst>
              <a:ext uri="{FF2B5EF4-FFF2-40B4-BE49-F238E27FC236}">
                <a16:creationId xmlns:a16="http://schemas.microsoft.com/office/drawing/2014/main" id="{308E83B8-6F69-5CF9-3403-09B7F85716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47" t="16012" b="4983"/>
          <a:stretch>
            <a:fillRect/>
          </a:stretch>
        </p:blipFill>
        <p:spPr>
          <a:xfrm>
            <a:off x="14868" y="101600"/>
            <a:ext cx="9878712" cy="6858000"/>
          </a:xfrm>
          <a:prstGeom prst="rect">
            <a:avLst/>
          </a:prstGeom>
        </p:spPr>
      </p:pic>
      <p:pic>
        <p:nvPicPr>
          <p:cNvPr id="5" name="Picture 4" descr="A camera on a pole in the desert&#10;&#10;AI-generated content may be incorrect.">
            <a:extLst>
              <a:ext uri="{FF2B5EF4-FFF2-40B4-BE49-F238E27FC236}">
                <a16:creationId xmlns:a16="http://schemas.microsoft.com/office/drawing/2014/main" id="{941145B2-2E40-4258-B06D-8765EE6BCD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4" t="13673" r="26050" b="9267"/>
          <a:stretch>
            <a:fillRect/>
          </a:stretch>
        </p:blipFill>
        <p:spPr>
          <a:xfrm>
            <a:off x="7750098" y="172186"/>
            <a:ext cx="1906859" cy="278083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A306B6-F44B-985A-5B38-FCF77ADB3BA7}"/>
              </a:ext>
            </a:extLst>
          </p:cNvPr>
          <p:cNvSpPr txBox="1"/>
          <p:nvPr/>
        </p:nvSpPr>
        <p:spPr>
          <a:xfrm>
            <a:off x="758283" y="4170557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  <a:highlight>
                  <a:srgbClr val="C0C0C0"/>
                </a:highlight>
              </a:rPr>
              <a:t>SDC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CD2519-75ED-02C5-A2A0-62EA91EF7FF3}"/>
              </a:ext>
            </a:extLst>
          </p:cNvPr>
          <p:cNvSpPr txBox="1"/>
          <p:nvPr/>
        </p:nvSpPr>
        <p:spPr>
          <a:xfrm>
            <a:off x="3464313" y="3586976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  <a:highlight>
                  <a:srgbClr val="C0C0C0"/>
                </a:highlight>
              </a:rPr>
              <a:t>SFC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27EC45-CA1C-F627-AEC9-EB65DED5777E}"/>
              </a:ext>
            </a:extLst>
          </p:cNvPr>
          <p:cNvSpPr txBox="1"/>
          <p:nvPr/>
        </p:nvSpPr>
        <p:spPr>
          <a:xfrm>
            <a:off x="7292898" y="3586976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  <a:highlight>
                  <a:srgbClr val="C0C0C0"/>
                </a:highlight>
              </a:rPr>
              <a:t>VIS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7359FE-C015-53C9-BB06-2DE4462C7F45}"/>
              </a:ext>
            </a:extLst>
          </p:cNvPr>
          <p:cNvSpPr/>
          <p:nvPr/>
        </p:nvSpPr>
        <p:spPr>
          <a:xfrm>
            <a:off x="7292898" y="3956308"/>
            <a:ext cx="546409" cy="48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3E1FDDAE-47B7-AC0D-E900-626DE14565C6}"/>
              </a:ext>
            </a:extLst>
          </p:cNvPr>
          <p:cNvCxnSpPr>
            <a:stCxn id="11" idx="6"/>
          </p:cNvCxnSpPr>
          <p:nvPr/>
        </p:nvCxnSpPr>
        <p:spPr>
          <a:xfrm flipV="1">
            <a:off x="7839307" y="2953023"/>
            <a:ext cx="864220" cy="1244224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F56E48C-B723-D80B-B8C8-1A8E0D2A104E}"/>
              </a:ext>
            </a:extLst>
          </p:cNvPr>
          <p:cNvCxnSpPr>
            <a:cxnSpLocks/>
          </p:cNvCxnSpPr>
          <p:nvPr/>
        </p:nvCxnSpPr>
        <p:spPr>
          <a:xfrm flipH="1">
            <a:off x="4074564" y="3964682"/>
            <a:ext cx="2264904" cy="186844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5A1D36C-9F60-CA5D-5FA9-917745BC5048}"/>
              </a:ext>
            </a:extLst>
          </p:cNvPr>
          <p:cNvSpPr txBox="1"/>
          <p:nvPr/>
        </p:nvSpPr>
        <p:spPr>
          <a:xfrm>
            <a:off x="6053370" y="3766131"/>
            <a:ext cx="1360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dirty="0">
                <a:solidFill>
                  <a:schemeClr val="bg1"/>
                </a:solidFill>
              </a:rPr>
              <a:t>Oceano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B3735B-94A0-FA4A-5BAD-4C2C0E5E5564}"/>
              </a:ext>
            </a:extLst>
          </p:cNvPr>
          <p:cNvCxnSpPr>
            <a:cxnSpLocks/>
          </p:cNvCxnSpPr>
          <p:nvPr/>
        </p:nvCxnSpPr>
        <p:spPr>
          <a:xfrm flipH="1">
            <a:off x="6397102" y="4170557"/>
            <a:ext cx="1132452" cy="21361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B68601-F216-BBC6-8080-68008ECBB7BE}"/>
              </a:ext>
            </a:extLst>
          </p:cNvPr>
          <p:cNvCxnSpPr>
            <a:cxnSpLocks/>
          </p:cNvCxnSpPr>
          <p:nvPr/>
        </p:nvCxnSpPr>
        <p:spPr>
          <a:xfrm>
            <a:off x="1092899" y="3575135"/>
            <a:ext cx="0" cy="553694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D5B821C-8309-2B8A-9FA0-C2894B0CF299}"/>
              </a:ext>
            </a:extLst>
          </p:cNvPr>
          <p:cNvSpPr txBox="1"/>
          <p:nvPr/>
        </p:nvSpPr>
        <p:spPr>
          <a:xfrm>
            <a:off x="1054187" y="3688028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Rocío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6C5B9B-4218-DF7D-B165-C49A67F7FF56}"/>
              </a:ext>
            </a:extLst>
          </p:cNvPr>
          <p:cNvSpPr txBox="1"/>
          <p:nvPr/>
        </p:nvSpPr>
        <p:spPr>
          <a:xfrm rot="21325976">
            <a:off x="4526929" y="3819795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Niebla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7C4C2A-7EED-8CEC-E575-2547FB06FD9F}"/>
              </a:ext>
            </a:extLst>
          </p:cNvPr>
          <p:cNvSpPr/>
          <p:nvPr/>
        </p:nvSpPr>
        <p:spPr>
          <a:xfrm>
            <a:off x="6325757" y="3941132"/>
            <a:ext cx="48720" cy="471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C7C52C-41FD-AD68-F60F-017021065801}"/>
              </a:ext>
            </a:extLst>
          </p:cNvPr>
          <p:cNvSpPr txBox="1"/>
          <p:nvPr/>
        </p:nvSpPr>
        <p:spPr>
          <a:xfrm>
            <a:off x="8125132" y="5819520"/>
            <a:ext cx="16688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b="1" i="1" dirty="0">
                <a:solidFill>
                  <a:schemeClr val="bg1"/>
                </a:solidFill>
              </a:rPr>
              <a:t>Tillandsia landbeckii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34D5F479-6961-8C03-A8BD-8D0F369C783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58587" y="6088377"/>
            <a:ext cx="425604" cy="313556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6EE1D47-C127-DCF5-6A33-0943C711BBE9}"/>
              </a:ext>
            </a:extLst>
          </p:cNvPr>
          <p:cNvSpPr txBox="1"/>
          <p:nvPr/>
        </p:nvSpPr>
        <p:spPr>
          <a:xfrm>
            <a:off x="2739914" y="172186"/>
            <a:ext cx="399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Estación OYA1211, Cerro Oyarbide</a:t>
            </a:r>
          </a:p>
        </p:txBody>
      </p:sp>
      <p:pic>
        <p:nvPicPr>
          <p:cNvPr id="15" name="Picture 14" descr="A white triangle with a black background&#10;&#10;AI-generated content may be incorrect.">
            <a:extLst>
              <a:ext uri="{FF2B5EF4-FFF2-40B4-BE49-F238E27FC236}">
                <a16:creationId xmlns:a16="http://schemas.microsoft.com/office/drawing/2014/main" id="{FA404F04-E38E-57C1-7678-D808104B2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2592" y="169266"/>
            <a:ext cx="508106" cy="51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3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p of land with blue points&#10;&#10;AI-generated content may be incorrect.">
            <a:extLst>
              <a:ext uri="{FF2B5EF4-FFF2-40B4-BE49-F238E27FC236}">
                <a16:creationId xmlns:a16="http://schemas.microsoft.com/office/drawing/2014/main" id="{4FF8493D-812D-4EFF-0D10-30F298E1F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216761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25C63A-3458-36AA-674F-F3422DD07636}"/>
              </a:ext>
            </a:extLst>
          </p:cNvPr>
          <p:cNvCxnSpPr/>
          <p:nvPr/>
        </p:nvCxnSpPr>
        <p:spPr>
          <a:xfrm flipH="1" flipV="1">
            <a:off x="4973444" y="3429000"/>
            <a:ext cx="334536" cy="9868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A5D2B6-9040-4308-EA3E-A731617D2E4D}"/>
              </a:ext>
            </a:extLst>
          </p:cNvPr>
          <p:cNvCxnSpPr>
            <a:cxnSpLocks/>
          </p:cNvCxnSpPr>
          <p:nvPr/>
        </p:nvCxnSpPr>
        <p:spPr>
          <a:xfrm flipH="1" flipV="1">
            <a:off x="4761571" y="1594624"/>
            <a:ext cx="211873" cy="17358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3080DE-8270-D5B0-AE21-6CD3C54BDB5E}"/>
              </a:ext>
            </a:extLst>
          </p:cNvPr>
          <p:cNvCxnSpPr>
            <a:cxnSpLocks/>
          </p:cNvCxnSpPr>
          <p:nvPr/>
        </p:nvCxnSpPr>
        <p:spPr>
          <a:xfrm flipV="1">
            <a:off x="4148254" y="1594624"/>
            <a:ext cx="507380" cy="144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B4C389-34F4-BF35-E9A2-11BC8109903B}"/>
              </a:ext>
            </a:extLst>
          </p:cNvPr>
          <p:cNvCxnSpPr>
            <a:cxnSpLocks/>
          </p:cNvCxnSpPr>
          <p:nvPr/>
        </p:nvCxnSpPr>
        <p:spPr>
          <a:xfrm>
            <a:off x="3813717" y="1170878"/>
            <a:ext cx="334537" cy="5687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8A767A-B0B0-B79E-BA2E-FAC4125626D4}"/>
              </a:ext>
            </a:extLst>
          </p:cNvPr>
          <p:cNvCxnSpPr>
            <a:cxnSpLocks/>
          </p:cNvCxnSpPr>
          <p:nvPr/>
        </p:nvCxnSpPr>
        <p:spPr>
          <a:xfrm>
            <a:off x="3490332" y="702527"/>
            <a:ext cx="323385" cy="4683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B4BD4C-6A94-3631-9944-62A8D15D63BD}"/>
              </a:ext>
            </a:extLst>
          </p:cNvPr>
          <p:cNvCxnSpPr>
            <a:cxnSpLocks/>
          </p:cNvCxnSpPr>
          <p:nvPr/>
        </p:nvCxnSpPr>
        <p:spPr>
          <a:xfrm>
            <a:off x="3033132" y="624468"/>
            <a:ext cx="446048" cy="780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A6DF17A-84C9-8A82-F256-C9A103C1E339}"/>
              </a:ext>
            </a:extLst>
          </p:cNvPr>
          <p:cNvCxnSpPr>
            <a:cxnSpLocks/>
          </p:cNvCxnSpPr>
          <p:nvPr/>
        </p:nvCxnSpPr>
        <p:spPr>
          <a:xfrm flipV="1">
            <a:off x="2386361" y="741556"/>
            <a:ext cx="646771" cy="1951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B04F6ED-65DE-E51D-16A4-3EF37B1D3BB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71984" y="3191109"/>
            <a:ext cx="336395" cy="33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4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land with blue points&#10;&#10;AI-generated content may be incorrect.">
            <a:extLst>
              <a:ext uri="{FF2B5EF4-FFF2-40B4-BE49-F238E27FC236}">
                <a16:creationId xmlns:a16="http://schemas.microsoft.com/office/drawing/2014/main" id="{E4036770-2C8C-ED06-BED4-78FFDC9EF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770" b="12522"/>
          <a:stretch>
            <a:fillRect/>
          </a:stretch>
        </p:blipFill>
        <p:spPr>
          <a:xfrm>
            <a:off x="0" y="4069"/>
            <a:ext cx="7992533" cy="599930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85F708-0095-4E4D-671C-0458CF2B7670}"/>
              </a:ext>
            </a:extLst>
          </p:cNvPr>
          <p:cNvCxnSpPr/>
          <p:nvPr/>
        </p:nvCxnSpPr>
        <p:spPr>
          <a:xfrm flipH="1" flipV="1">
            <a:off x="4951141" y="3300761"/>
            <a:ext cx="312235" cy="1170878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63E1462-5795-347D-F2A5-CDF544EE5635}"/>
              </a:ext>
            </a:extLst>
          </p:cNvPr>
          <p:cNvCxnSpPr/>
          <p:nvPr/>
        </p:nvCxnSpPr>
        <p:spPr>
          <a:xfrm flipH="1" flipV="1">
            <a:off x="4739268" y="1572322"/>
            <a:ext cx="211873" cy="1728439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24A1C9-E0C7-64B2-12B2-E93FFB25DEEB}"/>
              </a:ext>
            </a:extLst>
          </p:cNvPr>
          <p:cNvCxnSpPr/>
          <p:nvPr/>
        </p:nvCxnSpPr>
        <p:spPr>
          <a:xfrm flipH="1">
            <a:off x="4159405" y="1572322"/>
            <a:ext cx="579863" cy="122663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ABC957-0E23-C8CB-BB18-CA33BD37CFE0}"/>
              </a:ext>
            </a:extLst>
          </p:cNvPr>
          <p:cNvCxnSpPr/>
          <p:nvPr/>
        </p:nvCxnSpPr>
        <p:spPr>
          <a:xfrm flipH="1" flipV="1">
            <a:off x="3813717" y="1182029"/>
            <a:ext cx="345688" cy="512956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2E190C-D2AB-CE47-595E-434D959C22F5}"/>
              </a:ext>
            </a:extLst>
          </p:cNvPr>
          <p:cNvCxnSpPr/>
          <p:nvPr/>
        </p:nvCxnSpPr>
        <p:spPr>
          <a:xfrm flipH="1" flipV="1">
            <a:off x="3501483" y="713678"/>
            <a:ext cx="312234" cy="468351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264CD3-CE13-B999-7E49-C6C1DFF84304}"/>
              </a:ext>
            </a:extLst>
          </p:cNvPr>
          <p:cNvCxnSpPr>
            <a:cxnSpLocks/>
          </p:cNvCxnSpPr>
          <p:nvPr/>
        </p:nvCxnSpPr>
        <p:spPr>
          <a:xfrm flipH="1" flipV="1">
            <a:off x="3066585" y="624468"/>
            <a:ext cx="434898" cy="78059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0F79D6-C47D-A452-5334-5AF9F2DB6F34}"/>
              </a:ext>
            </a:extLst>
          </p:cNvPr>
          <p:cNvCxnSpPr>
            <a:cxnSpLocks/>
          </p:cNvCxnSpPr>
          <p:nvPr/>
        </p:nvCxnSpPr>
        <p:spPr>
          <a:xfrm flipH="1">
            <a:off x="2386361" y="713678"/>
            <a:ext cx="680224" cy="234175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FF2DC49-9417-6FD9-403A-B640B5EB69D9}"/>
              </a:ext>
            </a:extLst>
          </p:cNvPr>
          <p:cNvSpPr txBox="1"/>
          <p:nvPr/>
        </p:nvSpPr>
        <p:spPr>
          <a:xfrm>
            <a:off x="5406334" y="4324664"/>
            <a:ext cx="1944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48m </a:t>
            </a:r>
            <a:r>
              <a:rPr lang="en-CL" sz="800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-20.53° y -70.18°)</a:t>
            </a:r>
            <a:endParaRPr lang="en-CL" sz="8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92B12-8106-1BF2-3B5F-8CBD68BE5626}"/>
              </a:ext>
            </a:extLst>
          </p:cNvPr>
          <p:cNvSpPr txBox="1"/>
          <p:nvPr/>
        </p:nvSpPr>
        <p:spPr>
          <a:xfrm>
            <a:off x="5062652" y="3176088"/>
            <a:ext cx="2327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518m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-20.54°, -70.15°)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36A299-ACA1-B867-2642-A21EFB91CD33}"/>
              </a:ext>
            </a:extLst>
          </p:cNvPr>
          <p:cNvSpPr txBox="1"/>
          <p:nvPr/>
        </p:nvSpPr>
        <p:spPr>
          <a:xfrm>
            <a:off x="4845203" y="1396465"/>
            <a:ext cx="2451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780m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-20.53°, -70.09°)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616A2-253E-6599-DCDB-B43CFF7A919B}"/>
              </a:ext>
            </a:extLst>
          </p:cNvPr>
          <p:cNvSpPr txBox="1"/>
          <p:nvPr/>
        </p:nvSpPr>
        <p:spPr>
          <a:xfrm>
            <a:off x="3368449" y="1844523"/>
            <a:ext cx="1725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L" sz="1600" b="1" dirty="0">
                <a:solidFill>
                  <a:schemeClr val="bg1"/>
                </a:solidFill>
              </a:rPr>
              <a:t>862m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(-20.52°, -70.10°)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C399C5-6A48-C034-3FB6-36F724C11BAA}"/>
              </a:ext>
            </a:extLst>
          </p:cNvPr>
          <p:cNvSpPr txBox="1"/>
          <p:nvPr/>
        </p:nvSpPr>
        <p:spPr>
          <a:xfrm>
            <a:off x="3902926" y="1009739"/>
            <a:ext cx="3181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1069m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-20.51°, -70.08°)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975FF8-8936-1C6A-AFB2-7F197A337986}"/>
              </a:ext>
            </a:extLst>
          </p:cNvPr>
          <p:cNvSpPr txBox="1"/>
          <p:nvPr/>
        </p:nvSpPr>
        <p:spPr>
          <a:xfrm>
            <a:off x="3616360" y="596694"/>
            <a:ext cx="361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1128m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-20.50°, -70.06°)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C73CF1-A7AF-80A0-B12E-DB3B29F14A8F}"/>
              </a:ext>
            </a:extLst>
          </p:cNvPr>
          <p:cNvSpPr txBox="1"/>
          <p:nvPr/>
        </p:nvSpPr>
        <p:spPr>
          <a:xfrm>
            <a:off x="2681867" y="220116"/>
            <a:ext cx="361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1193m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-20.49°, -70.06°)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00F115-4508-3A4A-7F77-6BE7D115A328}"/>
              </a:ext>
            </a:extLst>
          </p:cNvPr>
          <p:cNvSpPr txBox="1"/>
          <p:nvPr/>
        </p:nvSpPr>
        <p:spPr>
          <a:xfrm>
            <a:off x="2615657" y="867356"/>
            <a:ext cx="858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1211m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(-20.49°, 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-70.06°)</a:t>
            </a:r>
            <a:endParaRPr lang="en-CL" sz="7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4F513E-53B4-4684-ED40-92776671C5F1}"/>
              </a:ext>
            </a:extLst>
          </p:cNvPr>
          <p:cNvSpPr txBox="1"/>
          <p:nvPr/>
        </p:nvSpPr>
        <p:spPr>
          <a:xfrm>
            <a:off x="1522140" y="889084"/>
            <a:ext cx="858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1354m</a:t>
            </a:r>
          </a:p>
          <a:p>
            <a:pPr algn="ctr"/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-20.48°, 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-70.08°)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pic>
        <p:nvPicPr>
          <p:cNvPr id="31" name="Picture 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883CBA9-CF65-1DAB-EB50-2BD8C61B76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95023" y="3176088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06E9BA3-4E9B-3F3B-F2C4-15026CF290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83150" y="1438507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3F45848-C749-1B84-D492-C18162F764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26984" y="1559160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4" name="Picture 3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62F490D-4810-2C11-5664-0A25557313C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43890" y="603170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5" name="Picture 3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1F344F-CBE5-D043-365B-62B550ED012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65801" y="1053286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324FBDA-79EF-51A6-A474-786C0DC338E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23669" y="512505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7" name="Picture 3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6871278-A153-28F8-33D9-2E14FC7E77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0520" y="603170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8" name="Picture 3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ED76E6C-A858-371A-1071-666D74F3460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45494" y="853621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9" name="Picture 3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CE2295B-B2A2-B4CA-8D6B-8E86D4CB95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94099" y="4324664"/>
            <a:ext cx="338554" cy="338554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9F1446B9-30DE-3C52-F281-F03AE5C340E6}"/>
              </a:ext>
            </a:extLst>
          </p:cNvPr>
          <p:cNvSpPr/>
          <p:nvPr/>
        </p:nvSpPr>
        <p:spPr>
          <a:xfrm>
            <a:off x="2308301" y="882002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00B6B83-0AF3-46A7-960A-FA3EDF79D2C8}"/>
              </a:ext>
            </a:extLst>
          </p:cNvPr>
          <p:cNvSpPr/>
          <p:nvPr/>
        </p:nvSpPr>
        <p:spPr>
          <a:xfrm>
            <a:off x="2896368" y="654909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05591FE-6375-0D72-B3C0-EF504B78D57C}"/>
              </a:ext>
            </a:extLst>
          </p:cNvPr>
          <p:cNvSpPr/>
          <p:nvPr/>
        </p:nvSpPr>
        <p:spPr>
          <a:xfrm>
            <a:off x="3381608" y="642753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52694AC-5F4F-BD2B-9FA2-BADFCF100AAE}"/>
              </a:ext>
            </a:extLst>
          </p:cNvPr>
          <p:cNvSpPr/>
          <p:nvPr/>
        </p:nvSpPr>
        <p:spPr>
          <a:xfrm>
            <a:off x="4091105" y="1630638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DDE4995-B117-DE00-D7C1-229A8F85D041}"/>
              </a:ext>
            </a:extLst>
          </p:cNvPr>
          <p:cNvSpPr/>
          <p:nvPr/>
        </p:nvSpPr>
        <p:spPr>
          <a:xfrm>
            <a:off x="3710569" y="1090835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F0266BD-B972-6A58-C905-207E750397E1}"/>
              </a:ext>
            </a:extLst>
          </p:cNvPr>
          <p:cNvSpPr/>
          <p:nvPr/>
        </p:nvSpPr>
        <p:spPr>
          <a:xfrm>
            <a:off x="4634566" y="1475978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C06BD88-2CAE-6E6F-2BAC-BD05791D9869}"/>
              </a:ext>
            </a:extLst>
          </p:cNvPr>
          <p:cNvSpPr/>
          <p:nvPr/>
        </p:nvSpPr>
        <p:spPr>
          <a:xfrm>
            <a:off x="4861931" y="3223482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03E8494-2961-E52F-B18F-51FE8A342D69}"/>
              </a:ext>
            </a:extLst>
          </p:cNvPr>
          <p:cNvSpPr/>
          <p:nvPr/>
        </p:nvSpPr>
        <p:spPr>
          <a:xfrm>
            <a:off x="5163015" y="4379641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A40827-3375-4521-33EE-1489365E5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5" y="3752999"/>
            <a:ext cx="1463225" cy="2194837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628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5F681-2029-6C95-48B8-D609BF42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land with blue points&#10;&#10;AI-generated content may be incorrect.">
            <a:extLst>
              <a:ext uri="{FF2B5EF4-FFF2-40B4-BE49-F238E27FC236}">
                <a16:creationId xmlns:a16="http://schemas.microsoft.com/office/drawing/2014/main" id="{41011BA9-5D41-68C1-D9E7-77AB9004AF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770" b="12522"/>
          <a:stretch>
            <a:fillRect/>
          </a:stretch>
        </p:blipFill>
        <p:spPr>
          <a:xfrm>
            <a:off x="-27299" y="-2518"/>
            <a:ext cx="5106999" cy="3833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814222-B005-BB2E-F1EC-B9EB213546BB}"/>
              </a:ext>
            </a:extLst>
          </p:cNvPr>
          <p:cNvCxnSpPr/>
          <p:nvPr/>
        </p:nvCxnSpPr>
        <p:spPr>
          <a:xfrm flipH="1" flipV="1">
            <a:off x="5007424" y="4304109"/>
            <a:ext cx="4642" cy="8809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870B03-2854-6852-FF2B-B30D3EDBBF3A}"/>
              </a:ext>
            </a:extLst>
          </p:cNvPr>
          <p:cNvCxnSpPr/>
          <p:nvPr/>
        </p:nvCxnSpPr>
        <p:spPr>
          <a:xfrm flipH="1" flipV="1">
            <a:off x="4697301" y="3127676"/>
            <a:ext cx="3149" cy="13003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E2FE0D-3230-F945-9632-00E437B19077}"/>
              </a:ext>
            </a:extLst>
          </p:cNvPr>
          <p:cNvCxnSpPr/>
          <p:nvPr/>
        </p:nvCxnSpPr>
        <p:spPr>
          <a:xfrm flipH="1">
            <a:off x="4486305" y="1416458"/>
            <a:ext cx="3581" cy="91697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BF1531-8C99-7EE5-9195-98796C3FF02B}"/>
              </a:ext>
            </a:extLst>
          </p:cNvPr>
          <p:cNvCxnSpPr/>
          <p:nvPr/>
        </p:nvCxnSpPr>
        <p:spPr>
          <a:xfrm flipH="1" flipV="1">
            <a:off x="3902749" y="1534010"/>
            <a:ext cx="5139" cy="3859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04BEEC-913F-ED95-4D80-A125953457D2}"/>
              </a:ext>
            </a:extLst>
          </p:cNvPr>
          <p:cNvCxnSpPr/>
          <p:nvPr/>
        </p:nvCxnSpPr>
        <p:spPr>
          <a:xfrm flipH="1" flipV="1">
            <a:off x="3557765" y="1021499"/>
            <a:ext cx="4642" cy="3523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E1D97A-EC3B-FB3C-342D-7E412CBDBA90}"/>
              </a:ext>
            </a:extLst>
          </p:cNvPr>
          <p:cNvCxnSpPr>
            <a:cxnSpLocks/>
          </p:cNvCxnSpPr>
          <p:nvPr/>
        </p:nvCxnSpPr>
        <p:spPr>
          <a:xfrm flipH="1" flipV="1">
            <a:off x="3242950" y="545885"/>
            <a:ext cx="6465" cy="587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40DDD3-AFE9-FE6B-C22F-8AF9E2E3BA4A}"/>
              </a:ext>
            </a:extLst>
          </p:cNvPr>
          <p:cNvSpPr txBox="1"/>
          <p:nvPr/>
        </p:nvSpPr>
        <p:spPr>
          <a:xfrm>
            <a:off x="5156952" y="4168800"/>
            <a:ext cx="1344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48m </a:t>
            </a:r>
            <a:r>
              <a:rPr lang="en-CL" sz="800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-20.53° y -70.18°)</a:t>
            </a:r>
            <a:endParaRPr lang="en-CL" sz="8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A6357C-4BAA-FD9A-C1BF-DD80E88F283C}"/>
              </a:ext>
            </a:extLst>
          </p:cNvPr>
          <p:cNvSpPr txBox="1"/>
          <p:nvPr/>
        </p:nvSpPr>
        <p:spPr>
          <a:xfrm>
            <a:off x="3282501" y="2009396"/>
            <a:ext cx="1610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518m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9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-20.54°, -70.15°)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AE6B71-E3FF-44DD-6F6A-BA3E3A923837}"/>
              </a:ext>
            </a:extLst>
          </p:cNvPr>
          <p:cNvSpPr txBox="1"/>
          <p:nvPr/>
        </p:nvSpPr>
        <p:spPr>
          <a:xfrm>
            <a:off x="3168363" y="852177"/>
            <a:ext cx="169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780m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9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-20.53°, -70.09°)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CBE69B-C913-DE34-63E7-D3C6318BAD62}"/>
              </a:ext>
            </a:extLst>
          </p:cNvPr>
          <p:cNvSpPr txBox="1"/>
          <p:nvPr/>
        </p:nvSpPr>
        <p:spPr>
          <a:xfrm>
            <a:off x="2064518" y="1174042"/>
            <a:ext cx="119348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L" sz="1200" b="1" dirty="0">
                <a:solidFill>
                  <a:schemeClr val="bg1"/>
                </a:solidFill>
              </a:rPr>
              <a:t>862m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</a:rPr>
              <a:t>(-20.52°, -70.10°)</a:t>
            </a:r>
            <a:endParaRPr lang="en-CL" sz="9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E8AA30-EF5F-D7A7-4FA7-E48B250A0479}"/>
              </a:ext>
            </a:extLst>
          </p:cNvPr>
          <p:cNvSpPr txBox="1"/>
          <p:nvPr/>
        </p:nvSpPr>
        <p:spPr>
          <a:xfrm>
            <a:off x="2496708" y="605035"/>
            <a:ext cx="2200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1069m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9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-20.51°, -70.08°)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83702D-4167-E397-2CC3-80022E7FEFFA}"/>
              </a:ext>
            </a:extLst>
          </p:cNvPr>
          <p:cNvSpPr txBox="1"/>
          <p:nvPr/>
        </p:nvSpPr>
        <p:spPr>
          <a:xfrm>
            <a:off x="2280716" y="317506"/>
            <a:ext cx="25014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1128m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-20.50°, -70.06°)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366428-CB32-416E-397A-60DE55E475A6}"/>
              </a:ext>
            </a:extLst>
          </p:cNvPr>
          <p:cNvSpPr txBox="1"/>
          <p:nvPr/>
        </p:nvSpPr>
        <p:spPr>
          <a:xfrm>
            <a:off x="1739843" y="-35887"/>
            <a:ext cx="25014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1193m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9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-20.49°, -70.06°)</a:t>
            </a:r>
            <a:endParaRPr lang="en-CL" sz="9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6E8D8D-E2FB-A4E8-4C0A-7A28D69361F3}"/>
              </a:ext>
            </a:extLst>
          </p:cNvPr>
          <p:cNvSpPr txBox="1"/>
          <p:nvPr/>
        </p:nvSpPr>
        <p:spPr>
          <a:xfrm>
            <a:off x="1588804" y="605035"/>
            <a:ext cx="8012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1211m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</a:rPr>
              <a:t>(-20.49°, 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</a:rPr>
              <a:t>-70.06°)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26B53B-A6D9-87D9-05F5-7374F31419B5}"/>
              </a:ext>
            </a:extLst>
          </p:cNvPr>
          <p:cNvSpPr txBox="1"/>
          <p:nvPr/>
        </p:nvSpPr>
        <p:spPr>
          <a:xfrm>
            <a:off x="474986" y="498401"/>
            <a:ext cx="10559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L" sz="1200" b="1" dirty="0">
                <a:solidFill>
                  <a:schemeClr val="bg1"/>
                </a:solidFill>
              </a:rPr>
              <a:t>1354m</a:t>
            </a:r>
          </a:p>
          <a:p>
            <a:pPr algn="ctr"/>
            <a:r>
              <a:rPr lang="en-CL" sz="9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-20.48°, -70.08°)</a:t>
            </a:r>
            <a:endParaRPr lang="en-CL" sz="900" b="1" dirty="0">
              <a:solidFill>
                <a:schemeClr val="bg1"/>
              </a:solidFill>
            </a:endParaRPr>
          </a:p>
        </p:txBody>
      </p:sp>
      <p:pic>
        <p:nvPicPr>
          <p:cNvPr id="31" name="Picture 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464B11E-AC2A-9FAE-BAD7-EE88035F108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14872" y="2009397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722F492-DAA6-6377-03E1-1D934BEA9C2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06310" y="894220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591A03-1741-55F0-55A1-E33DE47CEA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06654" y="976704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4" name="Picture 3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19DBC8-0C69-2824-9242-DAA1E8E23A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1904" y="236680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5" name="Picture 3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03D56B7-4EFC-9FCC-D03D-097EF458BD1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16162" y="651880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E65CF8-42E8-5687-E186-200794E8C73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87481" y="356641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7" name="Picture 3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DC74440-A1A0-B33D-9928-4A730088160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9739" y="408094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8" name="Picture 3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78A406B-CEAC-0414-1334-0B113A9A824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62219" y="498401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9" name="Picture 3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5495F00-D8B5-5BA4-8B6D-CE644DC8F63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11516" y="2737029"/>
            <a:ext cx="253088" cy="25308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D2415E3D-7319-BEE8-F584-FF8721606153}"/>
              </a:ext>
            </a:extLst>
          </p:cNvPr>
          <p:cNvSpPr/>
          <p:nvPr/>
        </p:nvSpPr>
        <p:spPr>
          <a:xfrm>
            <a:off x="1425025" y="526782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E57F893-3A66-0CA7-1C22-3CA2FE6F1D19}"/>
              </a:ext>
            </a:extLst>
          </p:cNvPr>
          <p:cNvSpPr/>
          <p:nvPr/>
        </p:nvSpPr>
        <p:spPr>
          <a:xfrm>
            <a:off x="1790682" y="443593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331D394-B387-380C-20F9-038D13348850}"/>
              </a:ext>
            </a:extLst>
          </p:cNvPr>
          <p:cNvSpPr/>
          <p:nvPr/>
        </p:nvSpPr>
        <p:spPr>
          <a:xfrm>
            <a:off x="1839621" y="276263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09E84BF-CB01-4A76-8E5B-21CD0F92F568}"/>
              </a:ext>
            </a:extLst>
          </p:cNvPr>
          <p:cNvSpPr/>
          <p:nvPr/>
        </p:nvSpPr>
        <p:spPr>
          <a:xfrm>
            <a:off x="2539868" y="1007435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02D02B6-D78B-7757-B597-386A45F78DC1}"/>
              </a:ext>
            </a:extLst>
          </p:cNvPr>
          <p:cNvSpPr/>
          <p:nvPr/>
        </p:nvSpPr>
        <p:spPr>
          <a:xfrm>
            <a:off x="2360929" y="689429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FCC1B6C-EFD3-9275-10C9-785DBC99FA05}"/>
              </a:ext>
            </a:extLst>
          </p:cNvPr>
          <p:cNvSpPr/>
          <p:nvPr/>
        </p:nvSpPr>
        <p:spPr>
          <a:xfrm>
            <a:off x="2957725" y="931691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05CEFDA-AB5B-25AE-45A5-277A9103EF55}"/>
              </a:ext>
            </a:extLst>
          </p:cNvPr>
          <p:cNvSpPr/>
          <p:nvPr/>
        </p:nvSpPr>
        <p:spPr>
          <a:xfrm>
            <a:off x="3065576" y="2062782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8BF921D-9B19-CFB0-5483-8428FA8C6850}"/>
              </a:ext>
            </a:extLst>
          </p:cNvPr>
          <p:cNvSpPr/>
          <p:nvPr/>
        </p:nvSpPr>
        <p:spPr>
          <a:xfrm>
            <a:off x="3282501" y="2756205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0C1136-5520-AFB1-3BAA-D26CA64D1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02" y="3912429"/>
            <a:ext cx="1857887" cy="278683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040" descr="A long shot of a desert&#10;&#10;AI-generated content may be incorrect.">
            <a:extLst>
              <a:ext uri="{FF2B5EF4-FFF2-40B4-BE49-F238E27FC236}">
                <a16:creationId xmlns:a16="http://schemas.microsoft.com/office/drawing/2014/main" id="{CBE86DAD-7E58-8876-BAAE-60A8F34460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47" t="16012" b="4983"/>
          <a:stretch>
            <a:fillRect/>
          </a:stretch>
        </p:blipFill>
        <p:spPr>
          <a:xfrm>
            <a:off x="5175707" y="-2517"/>
            <a:ext cx="5521857" cy="3833384"/>
          </a:xfrm>
          <a:prstGeom prst="rect">
            <a:avLst/>
          </a:prstGeom>
        </p:spPr>
      </p:pic>
      <p:pic>
        <p:nvPicPr>
          <p:cNvPr id="1042" name="Picture 1041" descr="A graph of a person&#10;&#10;AI-generated content may be incorrect.">
            <a:extLst>
              <a:ext uri="{FF2B5EF4-FFF2-40B4-BE49-F238E27FC236}">
                <a16:creationId xmlns:a16="http://schemas.microsoft.com/office/drawing/2014/main" id="{AB90E113-8924-772A-B164-387326A702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496"/>
          <a:stretch>
            <a:fillRect/>
          </a:stretch>
        </p:blipFill>
        <p:spPr>
          <a:xfrm>
            <a:off x="2907700" y="3927209"/>
            <a:ext cx="7860554" cy="2876355"/>
          </a:xfrm>
          <a:prstGeom prst="rect">
            <a:avLst/>
          </a:prstGeom>
        </p:spPr>
      </p:pic>
      <p:sp>
        <p:nvSpPr>
          <p:cNvPr id="1043" name="Oval 1042">
            <a:extLst>
              <a:ext uri="{FF2B5EF4-FFF2-40B4-BE49-F238E27FC236}">
                <a16:creationId xmlns:a16="http://schemas.microsoft.com/office/drawing/2014/main" id="{2E272A98-612D-7266-6545-D8BB864A6164}"/>
              </a:ext>
            </a:extLst>
          </p:cNvPr>
          <p:cNvSpPr/>
          <p:nvPr/>
        </p:nvSpPr>
        <p:spPr>
          <a:xfrm>
            <a:off x="2142549" y="380321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32B0CEA1-5C96-6B56-A907-4CBF45792EEF}"/>
              </a:ext>
            </a:extLst>
          </p:cNvPr>
          <p:cNvSpPr txBox="1"/>
          <p:nvPr/>
        </p:nvSpPr>
        <p:spPr>
          <a:xfrm>
            <a:off x="3464604" y="2692779"/>
            <a:ext cx="1944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48m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900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-20.53° y -70.18°)</a:t>
            </a:r>
            <a:endParaRPr lang="en-CL" sz="900" dirty="0">
              <a:solidFill>
                <a:schemeClr val="bg1"/>
              </a:solidFill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9DD86C6E-E8AD-EC4A-5D84-078104B92465}"/>
              </a:ext>
            </a:extLst>
          </p:cNvPr>
          <p:cNvSpPr txBox="1"/>
          <p:nvPr/>
        </p:nvSpPr>
        <p:spPr>
          <a:xfrm>
            <a:off x="3760632" y="5975966"/>
            <a:ext cx="893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AIRPORT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0348ED57-2A07-34A1-D643-D89AEE28A646}"/>
              </a:ext>
            </a:extLst>
          </p:cNvPr>
          <p:cNvSpPr txBox="1"/>
          <p:nvPr/>
        </p:nvSpPr>
        <p:spPr>
          <a:xfrm>
            <a:off x="5282314" y="5226886"/>
            <a:ext cx="717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OYA518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7BCC7E2F-2C06-97CD-F56D-6C0AF259298B}"/>
              </a:ext>
            </a:extLst>
          </p:cNvPr>
          <p:cNvSpPr txBox="1"/>
          <p:nvPr/>
        </p:nvSpPr>
        <p:spPr>
          <a:xfrm>
            <a:off x="7369840" y="4588243"/>
            <a:ext cx="717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OYA862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AA21482A-A413-073C-12A9-58EFB93A4539}"/>
              </a:ext>
            </a:extLst>
          </p:cNvPr>
          <p:cNvSpPr txBox="1"/>
          <p:nvPr/>
        </p:nvSpPr>
        <p:spPr>
          <a:xfrm>
            <a:off x="7924851" y="4726742"/>
            <a:ext cx="717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OYA780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9F18A8CD-CF0E-C562-FB3E-BA8B8C0EB2F7}"/>
              </a:ext>
            </a:extLst>
          </p:cNvPr>
          <p:cNvSpPr txBox="1"/>
          <p:nvPr/>
        </p:nvSpPr>
        <p:spPr>
          <a:xfrm>
            <a:off x="8283847" y="4263072"/>
            <a:ext cx="87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OYA1069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940D5908-3F86-5EB5-CEA7-B0CB94167DC7}"/>
              </a:ext>
            </a:extLst>
          </p:cNvPr>
          <p:cNvSpPr txBox="1"/>
          <p:nvPr/>
        </p:nvSpPr>
        <p:spPr>
          <a:xfrm>
            <a:off x="8553206" y="3815445"/>
            <a:ext cx="87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OYA1354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D35C46E7-FF1F-EF77-9EC5-4C809538931F}"/>
              </a:ext>
            </a:extLst>
          </p:cNvPr>
          <p:cNvSpPr txBox="1"/>
          <p:nvPr/>
        </p:nvSpPr>
        <p:spPr>
          <a:xfrm>
            <a:off x="9284300" y="4491965"/>
            <a:ext cx="87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OYA1128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6668B387-093B-24FA-A6C3-3716DA50AA66}"/>
              </a:ext>
            </a:extLst>
          </p:cNvPr>
          <p:cNvSpPr txBox="1"/>
          <p:nvPr/>
        </p:nvSpPr>
        <p:spPr>
          <a:xfrm>
            <a:off x="9764423" y="4276550"/>
            <a:ext cx="87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OYA1193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9049AEB5-484E-B7C5-BAE6-6461EEA4083A}"/>
              </a:ext>
            </a:extLst>
          </p:cNvPr>
          <p:cNvSpPr txBox="1"/>
          <p:nvPr/>
        </p:nvSpPr>
        <p:spPr>
          <a:xfrm>
            <a:off x="9764423" y="4107258"/>
            <a:ext cx="87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OYA1211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pic>
        <p:nvPicPr>
          <p:cNvPr id="1054" name="Picture 1053" descr="A white triangle with a black background&#10;&#10;AI-generated content may be incorrect.">
            <a:extLst>
              <a:ext uri="{FF2B5EF4-FFF2-40B4-BE49-F238E27FC236}">
                <a16:creationId xmlns:a16="http://schemas.microsoft.com/office/drawing/2014/main" id="{44F158F4-F350-42BB-E989-8DF5182F1B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4598551" y="77217"/>
            <a:ext cx="338555" cy="342446"/>
          </a:xfrm>
          <a:prstGeom prst="rect">
            <a:avLst/>
          </a:prstGeom>
        </p:spPr>
      </p:pic>
      <p:sp>
        <p:nvSpPr>
          <p:cNvPr id="1056" name="TextBox 1055">
            <a:extLst>
              <a:ext uri="{FF2B5EF4-FFF2-40B4-BE49-F238E27FC236}">
                <a16:creationId xmlns:a16="http://schemas.microsoft.com/office/drawing/2014/main" id="{21C2C6D3-C33F-0CF4-3BD3-F8BE80AC93FD}"/>
              </a:ext>
            </a:extLst>
          </p:cNvPr>
          <p:cNvSpPr txBox="1"/>
          <p:nvPr/>
        </p:nvSpPr>
        <p:spPr>
          <a:xfrm>
            <a:off x="5526121" y="2189325"/>
            <a:ext cx="735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SDC</a:t>
            </a:r>
          </a:p>
        </p:txBody>
      </p: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4176E952-7101-0E0A-0D93-B34465A38386}"/>
              </a:ext>
            </a:extLst>
          </p:cNvPr>
          <p:cNvCxnSpPr>
            <a:cxnSpLocks/>
          </p:cNvCxnSpPr>
          <p:nvPr/>
        </p:nvCxnSpPr>
        <p:spPr>
          <a:xfrm>
            <a:off x="5766759" y="1607347"/>
            <a:ext cx="0" cy="553694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00226A05-AF62-5C7A-34A5-968F777C7C18}"/>
              </a:ext>
            </a:extLst>
          </p:cNvPr>
          <p:cNvSpPr txBox="1"/>
          <p:nvPr/>
        </p:nvSpPr>
        <p:spPr>
          <a:xfrm>
            <a:off x="5766759" y="1755005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Dew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9A4E2EAA-831D-A819-9FD3-DB6562CD60A8}"/>
              </a:ext>
            </a:extLst>
          </p:cNvPr>
          <p:cNvSpPr txBox="1"/>
          <p:nvPr/>
        </p:nvSpPr>
        <p:spPr>
          <a:xfrm>
            <a:off x="7034894" y="1915927"/>
            <a:ext cx="735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SFC</a:t>
            </a:r>
          </a:p>
        </p:txBody>
      </p: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91F207FE-5920-603D-E51C-D94D7D98A396}"/>
              </a:ext>
            </a:extLst>
          </p:cNvPr>
          <p:cNvCxnSpPr>
            <a:cxnSpLocks/>
          </p:cNvCxnSpPr>
          <p:nvPr/>
        </p:nvCxnSpPr>
        <p:spPr>
          <a:xfrm flipH="1">
            <a:off x="7485321" y="2126053"/>
            <a:ext cx="1234978" cy="221196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1" name="TextBox 1060">
            <a:extLst>
              <a:ext uri="{FF2B5EF4-FFF2-40B4-BE49-F238E27FC236}">
                <a16:creationId xmlns:a16="http://schemas.microsoft.com/office/drawing/2014/main" id="{35852CC7-8516-7EEC-33EF-9AC4019E80DD}"/>
              </a:ext>
            </a:extLst>
          </p:cNvPr>
          <p:cNvSpPr txBox="1"/>
          <p:nvPr/>
        </p:nvSpPr>
        <p:spPr>
          <a:xfrm>
            <a:off x="8316890" y="1897584"/>
            <a:ext cx="1360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dirty="0">
                <a:solidFill>
                  <a:schemeClr val="bg1"/>
                </a:solidFill>
              </a:rPr>
              <a:t>Ocean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574A7878-C4D3-4565-A9A9-726723674F16}"/>
              </a:ext>
            </a:extLst>
          </p:cNvPr>
          <p:cNvSpPr txBox="1"/>
          <p:nvPr/>
        </p:nvSpPr>
        <p:spPr>
          <a:xfrm rot="21327935">
            <a:off x="7675892" y="1930407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pic>
        <p:nvPicPr>
          <p:cNvPr id="1066" name="Picture 1065" descr="A camera on a pole in the desert&#10;&#10;AI-generated content may be incorrect.">
            <a:extLst>
              <a:ext uri="{FF2B5EF4-FFF2-40B4-BE49-F238E27FC236}">
                <a16:creationId xmlns:a16="http://schemas.microsoft.com/office/drawing/2014/main" id="{C2185519-2834-A548-313C-D52B68A56BF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494" t="13673" r="26050" b="9267"/>
          <a:stretch>
            <a:fillRect/>
          </a:stretch>
        </p:blipFill>
        <p:spPr>
          <a:xfrm>
            <a:off x="9493824" y="79162"/>
            <a:ext cx="1070576" cy="156125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67" name="TextBox 1066">
            <a:extLst>
              <a:ext uri="{FF2B5EF4-FFF2-40B4-BE49-F238E27FC236}">
                <a16:creationId xmlns:a16="http://schemas.microsoft.com/office/drawing/2014/main" id="{0E6FAB23-5839-A8EE-4260-5EDAD1BCAB69}"/>
              </a:ext>
            </a:extLst>
          </p:cNvPr>
          <p:cNvSpPr txBox="1"/>
          <p:nvPr/>
        </p:nvSpPr>
        <p:spPr>
          <a:xfrm>
            <a:off x="9213415" y="1904312"/>
            <a:ext cx="785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VIS</a:t>
            </a:r>
          </a:p>
        </p:txBody>
      </p:sp>
      <p:sp>
        <p:nvSpPr>
          <p:cNvPr id="1068" name="Oval 1067">
            <a:extLst>
              <a:ext uri="{FF2B5EF4-FFF2-40B4-BE49-F238E27FC236}">
                <a16:creationId xmlns:a16="http://schemas.microsoft.com/office/drawing/2014/main" id="{EC3C0C23-1CBF-1A3A-5FBA-9384C416281D}"/>
              </a:ext>
            </a:extLst>
          </p:cNvPr>
          <p:cNvSpPr/>
          <p:nvPr/>
        </p:nvSpPr>
        <p:spPr>
          <a:xfrm>
            <a:off x="9268832" y="2217519"/>
            <a:ext cx="290041" cy="27054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1069" name="Curved Connector 1068">
            <a:extLst>
              <a:ext uri="{FF2B5EF4-FFF2-40B4-BE49-F238E27FC236}">
                <a16:creationId xmlns:a16="http://schemas.microsoft.com/office/drawing/2014/main" id="{5299169C-F99F-80E3-B19C-134D61F24BD9}"/>
              </a:ext>
            </a:extLst>
          </p:cNvPr>
          <p:cNvCxnSpPr>
            <a:cxnSpLocks/>
          </p:cNvCxnSpPr>
          <p:nvPr/>
        </p:nvCxnSpPr>
        <p:spPr>
          <a:xfrm flipV="1">
            <a:off x="9592115" y="1640420"/>
            <a:ext cx="855137" cy="706829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Arrow Connector 1069">
            <a:extLst>
              <a:ext uri="{FF2B5EF4-FFF2-40B4-BE49-F238E27FC236}">
                <a16:creationId xmlns:a16="http://schemas.microsoft.com/office/drawing/2014/main" id="{AEF616A1-4C01-DF49-2681-732496CE0B01}"/>
              </a:ext>
            </a:extLst>
          </p:cNvPr>
          <p:cNvCxnSpPr>
            <a:cxnSpLocks/>
          </p:cNvCxnSpPr>
          <p:nvPr/>
        </p:nvCxnSpPr>
        <p:spPr>
          <a:xfrm flipH="1">
            <a:off x="8333931" y="2339640"/>
            <a:ext cx="918280" cy="10948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0" name="TextBox 1079">
            <a:extLst>
              <a:ext uri="{FF2B5EF4-FFF2-40B4-BE49-F238E27FC236}">
                <a16:creationId xmlns:a16="http://schemas.microsoft.com/office/drawing/2014/main" id="{9F754F6B-B877-A91F-ADD2-B9DCFC11A693}"/>
              </a:ext>
            </a:extLst>
          </p:cNvPr>
          <p:cNvSpPr txBox="1"/>
          <p:nvPr/>
        </p:nvSpPr>
        <p:spPr>
          <a:xfrm>
            <a:off x="8511" y="45609"/>
            <a:ext cx="136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21BC16E5-EA2E-B30F-FFEB-ED1932702F34}"/>
              </a:ext>
            </a:extLst>
          </p:cNvPr>
          <p:cNvSpPr txBox="1"/>
          <p:nvPr/>
        </p:nvSpPr>
        <p:spPr>
          <a:xfrm>
            <a:off x="43017" y="3815445"/>
            <a:ext cx="136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accent1"/>
                </a:solidFill>
              </a:rPr>
              <a:t>(B)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09D27616-A001-327A-637E-EBF4B964B59D}"/>
              </a:ext>
            </a:extLst>
          </p:cNvPr>
          <p:cNvSpPr txBox="1"/>
          <p:nvPr/>
        </p:nvSpPr>
        <p:spPr>
          <a:xfrm>
            <a:off x="3675172" y="3840739"/>
            <a:ext cx="136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accent1"/>
                </a:solidFill>
              </a:rPr>
              <a:t>(D)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E5D2611-CCE0-7016-B4FA-4A04EB8AEFC9}"/>
              </a:ext>
            </a:extLst>
          </p:cNvPr>
          <p:cNvSpPr txBox="1"/>
          <p:nvPr/>
        </p:nvSpPr>
        <p:spPr>
          <a:xfrm>
            <a:off x="5239316" y="52014"/>
            <a:ext cx="2104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(C) OYA1211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49DF6AFC-5517-E79E-CCD3-5F29DA0D8E7F}"/>
              </a:ext>
            </a:extLst>
          </p:cNvPr>
          <p:cNvSpPr txBox="1"/>
          <p:nvPr/>
        </p:nvSpPr>
        <p:spPr>
          <a:xfrm>
            <a:off x="9493824" y="2797390"/>
            <a:ext cx="16688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i="1" dirty="0">
                <a:solidFill>
                  <a:schemeClr val="bg1"/>
                </a:solidFill>
              </a:rPr>
              <a:t>Tillandsia landbeckii</a:t>
            </a:r>
          </a:p>
        </p:txBody>
      </p:sp>
      <p:cxnSp>
        <p:nvCxnSpPr>
          <p:cNvPr id="1085" name="Curved Connector 1084">
            <a:extLst>
              <a:ext uri="{FF2B5EF4-FFF2-40B4-BE49-F238E27FC236}">
                <a16:creationId xmlns:a16="http://schemas.microsoft.com/office/drawing/2014/main" id="{D9935B53-F778-3DFC-0B1B-62A1C769275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50481" y="3076537"/>
            <a:ext cx="425604" cy="313556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5" name="Picture 1054" descr="A white triangle with a black background&#10;&#10;AI-generated content may be incorrect.">
            <a:extLst>
              <a:ext uri="{FF2B5EF4-FFF2-40B4-BE49-F238E27FC236}">
                <a16:creationId xmlns:a16="http://schemas.microsoft.com/office/drawing/2014/main" id="{DEF52BFA-3F36-2BFC-3E51-43C3C112D3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203437" y="138054"/>
            <a:ext cx="338555" cy="342446"/>
          </a:xfrm>
          <a:prstGeom prst="rect">
            <a:avLst/>
          </a:prstGeom>
        </p:spPr>
      </p:pic>
      <p:cxnSp>
        <p:nvCxnSpPr>
          <p:cNvPr id="1087" name="Straight Arrow Connector 1086">
            <a:extLst>
              <a:ext uri="{FF2B5EF4-FFF2-40B4-BE49-F238E27FC236}">
                <a16:creationId xmlns:a16="http://schemas.microsoft.com/office/drawing/2014/main" id="{9D4743CB-8F75-22EF-DEE7-209FC7F4BA2E}"/>
              </a:ext>
            </a:extLst>
          </p:cNvPr>
          <p:cNvCxnSpPr>
            <a:cxnSpLocks/>
          </p:cNvCxnSpPr>
          <p:nvPr/>
        </p:nvCxnSpPr>
        <p:spPr>
          <a:xfrm flipV="1">
            <a:off x="712611" y="2192344"/>
            <a:ext cx="1173330" cy="948335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TextBox 1088">
            <a:extLst>
              <a:ext uri="{FF2B5EF4-FFF2-40B4-BE49-F238E27FC236}">
                <a16:creationId xmlns:a16="http://schemas.microsoft.com/office/drawing/2014/main" id="{E9722FC3-68EC-B37D-A892-E6264D54576D}"/>
              </a:ext>
            </a:extLst>
          </p:cNvPr>
          <p:cNvSpPr txBox="1"/>
          <p:nvPr/>
        </p:nvSpPr>
        <p:spPr>
          <a:xfrm rot="19091170">
            <a:off x="672549" y="2268112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C0A5686-5A2F-3D83-948E-D06C871FBA59}"/>
              </a:ext>
            </a:extLst>
          </p:cNvPr>
          <p:cNvSpPr/>
          <p:nvPr/>
        </p:nvSpPr>
        <p:spPr>
          <a:xfrm>
            <a:off x="6101055" y="6563822"/>
            <a:ext cx="1823796" cy="239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8D4BCD8E-09F1-515E-EDB0-F51C2AE69E81}"/>
              </a:ext>
            </a:extLst>
          </p:cNvPr>
          <p:cNvSpPr txBox="1"/>
          <p:nvPr/>
        </p:nvSpPr>
        <p:spPr>
          <a:xfrm>
            <a:off x="6452386" y="6541953"/>
            <a:ext cx="255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latin typeface="Arial" panose="020B0604020202020204" pitchFamily="34" charset="0"/>
                <a:cs typeface="Arial" panose="020B0604020202020204" pitchFamily="34" charset="0"/>
              </a:rPr>
              <a:t>Offshore distance [km]</a:t>
            </a:r>
          </a:p>
        </p:txBody>
      </p:sp>
    </p:spTree>
    <p:extLst>
      <p:ext uri="{BB962C8B-B14F-4D97-AF65-F5344CB8AC3E}">
        <p14:creationId xmlns:p14="http://schemas.microsoft.com/office/powerpoint/2010/main" val="193347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C97B8-AABF-0C15-9F22-EE253F79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land with blue points&#10;&#10;AI-generated content may be incorrect.">
            <a:extLst>
              <a:ext uri="{FF2B5EF4-FFF2-40B4-BE49-F238E27FC236}">
                <a16:creationId xmlns:a16="http://schemas.microsoft.com/office/drawing/2014/main" id="{9415EB4F-8F53-90A5-ADAE-3763DB067A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770" b="12522"/>
          <a:stretch>
            <a:fillRect/>
          </a:stretch>
        </p:blipFill>
        <p:spPr>
          <a:xfrm>
            <a:off x="-27299" y="-2518"/>
            <a:ext cx="5106999" cy="3833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52F312-A050-2EF4-1E59-64C7139EB34B}"/>
              </a:ext>
            </a:extLst>
          </p:cNvPr>
          <p:cNvCxnSpPr/>
          <p:nvPr/>
        </p:nvCxnSpPr>
        <p:spPr>
          <a:xfrm flipH="1" flipV="1">
            <a:off x="5007424" y="4304109"/>
            <a:ext cx="4642" cy="8809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3BB837-3110-BE16-B978-0657B14757C3}"/>
              </a:ext>
            </a:extLst>
          </p:cNvPr>
          <p:cNvCxnSpPr/>
          <p:nvPr/>
        </p:nvCxnSpPr>
        <p:spPr>
          <a:xfrm flipH="1" flipV="1">
            <a:off x="4697301" y="3127676"/>
            <a:ext cx="3149" cy="13003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C5193F-2777-89BB-5BD9-7494E87A92FE}"/>
              </a:ext>
            </a:extLst>
          </p:cNvPr>
          <p:cNvCxnSpPr/>
          <p:nvPr/>
        </p:nvCxnSpPr>
        <p:spPr>
          <a:xfrm flipH="1">
            <a:off x="4486305" y="1416458"/>
            <a:ext cx="3581" cy="91697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DC916E-AE49-5B98-082F-873D22E92E79}"/>
              </a:ext>
            </a:extLst>
          </p:cNvPr>
          <p:cNvCxnSpPr/>
          <p:nvPr/>
        </p:nvCxnSpPr>
        <p:spPr>
          <a:xfrm flipH="1" flipV="1">
            <a:off x="3902749" y="1534010"/>
            <a:ext cx="5139" cy="3859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784C0E-74A1-46AD-3019-A821527646CE}"/>
              </a:ext>
            </a:extLst>
          </p:cNvPr>
          <p:cNvCxnSpPr/>
          <p:nvPr/>
        </p:nvCxnSpPr>
        <p:spPr>
          <a:xfrm flipH="1" flipV="1">
            <a:off x="3557765" y="1021499"/>
            <a:ext cx="4642" cy="3523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19CAD8-5114-6D93-7884-A4D3869B3CD3}"/>
              </a:ext>
            </a:extLst>
          </p:cNvPr>
          <p:cNvCxnSpPr>
            <a:cxnSpLocks/>
          </p:cNvCxnSpPr>
          <p:nvPr/>
        </p:nvCxnSpPr>
        <p:spPr>
          <a:xfrm flipH="1" flipV="1">
            <a:off x="3242950" y="545885"/>
            <a:ext cx="6465" cy="587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BCB80A1-0569-D696-D9EC-9208969DB22C}"/>
              </a:ext>
            </a:extLst>
          </p:cNvPr>
          <p:cNvSpPr txBox="1"/>
          <p:nvPr/>
        </p:nvSpPr>
        <p:spPr>
          <a:xfrm>
            <a:off x="5156952" y="4168800"/>
            <a:ext cx="1344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48m </a:t>
            </a:r>
            <a:r>
              <a:rPr lang="en-CL" sz="800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-20.53° y -70.18°)</a:t>
            </a:r>
            <a:endParaRPr lang="en-CL" sz="8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8F3E0A-3873-9A3E-9CAD-8E813AF350EC}"/>
              </a:ext>
            </a:extLst>
          </p:cNvPr>
          <p:cNvSpPr txBox="1"/>
          <p:nvPr/>
        </p:nvSpPr>
        <p:spPr>
          <a:xfrm>
            <a:off x="3282501" y="2009396"/>
            <a:ext cx="1610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518m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9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-20.54°, -70.15°)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77963E-5EAA-7D24-F2F1-970B46D6BD53}"/>
              </a:ext>
            </a:extLst>
          </p:cNvPr>
          <p:cNvSpPr txBox="1"/>
          <p:nvPr/>
        </p:nvSpPr>
        <p:spPr>
          <a:xfrm>
            <a:off x="3168363" y="852177"/>
            <a:ext cx="169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780m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9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-20.53°, -70.09°)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72D95D-987B-B074-96D7-BEE1393CDC2B}"/>
              </a:ext>
            </a:extLst>
          </p:cNvPr>
          <p:cNvSpPr txBox="1"/>
          <p:nvPr/>
        </p:nvSpPr>
        <p:spPr>
          <a:xfrm>
            <a:off x="2064518" y="1174042"/>
            <a:ext cx="119348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L" sz="1200" b="1" dirty="0">
                <a:solidFill>
                  <a:schemeClr val="bg1"/>
                </a:solidFill>
              </a:rPr>
              <a:t>862m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</a:rPr>
              <a:t>(-20.52°, -70.10°)</a:t>
            </a:r>
            <a:endParaRPr lang="en-CL" sz="9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534A75-E1F3-765B-DDB1-E856973B0DB0}"/>
              </a:ext>
            </a:extLst>
          </p:cNvPr>
          <p:cNvSpPr txBox="1"/>
          <p:nvPr/>
        </p:nvSpPr>
        <p:spPr>
          <a:xfrm>
            <a:off x="2496708" y="605035"/>
            <a:ext cx="2200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1069m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9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-20.51°, -70.08°)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D9EA37-C8DE-F98C-A705-048CEF592402}"/>
              </a:ext>
            </a:extLst>
          </p:cNvPr>
          <p:cNvSpPr txBox="1"/>
          <p:nvPr/>
        </p:nvSpPr>
        <p:spPr>
          <a:xfrm>
            <a:off x="2280716" y="317506"/>
            <a:ext cx="25014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1128m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-20.50°, -70.06°)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C896B8-231B-6921-A4AB-91D896078E85}"/>
              </a:ext>
            </a:extLst>
          </p:cNvPr>
          <p:cNvSpPr txBox="1"/>
          <p:nvPr/>
        </p:nvSpPr>
        <p:spPr>
          <a:xfrm>
            <a:off x="1739843" y="-35887"/>
            <a:ext cx="25014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1193m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9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-20.49°, -70.06°)</a:t>
            </a:r>
            <a:endParaRPr lang="en-CL" sz="9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FAD50E-AA1F-13B8-7D22-127973773F0E}"/>
              </a:ext>
            </a:extLst>
          </p:cNvPr>
          <p:cNvSpPr txBox="1"/>
          <p:nvPr/>
        </p:nvSpPr>
        <p:spPr>
          <a:xfrm>
            <a:off x="1588804" y="605035"/>
            <a:ext cx="8012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1211m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</a:rPr>
              <a:t>(-20.49°, 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</a:rPr>
              <a:t>-70.06°)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A628EB-8916-57C7-D826-F627CE1C0BAC}"/>
              </a:ext>
            </a:extLst>
          </p:cNvPr>
          <p:cNvSpPr txBox="1"/>
          <p:nvPr/>
        </p:nvSpPr>
        <p:spPr>
          <a:xfrm>
            <a:off x="474986" y="498401"/>
            <a:ext cx="10559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L" sz="1200" b="1" dirty="0">
                <a:solidFill>
                  <a:schemeClr val="bg1"/>
                </a:solidFill>
              </a:rPr>
              <a:t>1354m</a:t>
            </a:r>
          </a:p>
          <a:p>
            <a:pPr algn="ctr"/>
            <a:r>
              <a:rPr lang="en-CL" sz="9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-20.48°, -70.08°)</a:t>
            </a:r>
            <a:endParaRPr lang="en-CL" sz="900" b="1" dirty="0">
              <a:solidFill>
                <a:schemeClr val="bg1"/>
              </a:solidFill>
            </a:endParaRPr>
          </a:p>
        </p:txBody>
      </p:sp>
      <p:pic>
        <p:nvPicPr>
          <p:cNvPr id="31" name="Picture 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4CE2F9-E055-3DC2-E00F-E0F4708C38F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14872" y="2009397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B7E5A29-34D8-D0A7-8E1F-151C2C90977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06310" y="894220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BC4F22A-B58A-42D3-B03C-6008367B06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06654" y="976704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4" name="Picture 3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F8B011F-13A9-142B-1EC6-3D7622E8138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1904" y="236680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5" name="Picture 3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D55EE2A-E2AF-5069-985E-9F5757D45D6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16162" y="651880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E180CF3-ED95-82D1-81FB-536170EB25D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87481" y="356641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7" name="Picture 3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384ED20-CFBF-8011-2FC5-35588872F4F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9739" y="408094"/>
            <a:ext cx="233412" cy="23341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8" name="Picture 3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B543AD1-4967-32DF-341D-FAB67DED8F7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04486" y="548242"/>
            <a:ext cx="161677" cy="161677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9" name="Picture 3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047B07A-5906-2BC2-4393-363413988FF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11516" y="2737029"/>
            <a:ext cx="253088" cy="25308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CD7EE04E-ED1E-398D-A8CD-999463279176}"/>
              </a:ext>
            </a:extLst>
          </p:cNvPr>
          <p:cNvSpPr/>
          <p:nvPr/>
        </p:nvSpPr>
        <p:spPr>
          <a:xfrm>
            <a:off x="1425025" y="526782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D81AF08-52C5-4979-FB93-7723126FF8FF}"/>
              </a:ext>
            </a:extLst>
          </p:cNvPr>
          <p:cNvSpPr/>
          <p:nvPr/>
        </p:nvSpPr>
        <p:spPr>
          <a:xfrm>
            <a:off x="1790682" y="443593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F6DD2A2-32F4-A4A9-C14C-D77D808CEA0C}"/>
              </a:ext>
            </a:extLst>
          </p:cNvPr>
          <p:cNvSpPr/>
          <p:nvPr/>
        </p:nvSpPr>
        <p:spPr>
          <a:xfrm>
            <a:off x="1839621" y="276263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B5D211E-921D-442D-B292-7A16CA54E7C1}"/>
              </a:ext>
            </a:extLst>
          </p:cNvPr>
          <p:cNvSpPr/>
          <p:nvPr/>
        </p:nvSpPr>
        <p:spPr>
          <a:xfrm>
            <a:off x="2539868" y="1007435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201D01E-12F9-2647-7C3F-9BF23D4D640D}"/>
              </a:ext>
            </a:extLst>
          </p:cNvPr>
          <p:cNvSpPr/>
          <p:nvPr/>
        </p:nvSpPr>
        <p:spPr>
          <a:xfrm>
            <a:off x="2360929" y="689429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41535FD-12A2-F0DC-5B26-E158B295EC4E}"/>
              </a:ext>
            </a:extLst>
          </p:cNvPr>
          <p:cNvSpPr/>
          <p:nvPr/>
        </p:nvSpPr>
        <p:spPr>
          <a:xfrm>
            <a:off x="2957725" y="931691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40DF28F-DFC6-9D80-5807-EE353686C088}"/>
              </a:ext>
            </a:extLst>
          </p:cNvPr>
          <p:cNvSpPr/>
          <p:nvPr/>
        </p:nvSpPr>
        <p:spPr>
          <a:xfrm>
            <a:off x="3065576" y="2062782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AA55238-6BF8-0DDD-D34D-E8711FEEC4FB}"/>
              </a:ext>
            </a:extLst>
          </p:cNvPr>
          <p:cNvSpPr/>
          <p:nvPr/>
        </p:nvSpPr>
        <p:spPr>
          <a:xfrm>
            <a:off x="3282501" y="2756205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2F3676-3E7B-16C6-CFE2-8F57DF79E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02" y="3912429"/>
            <a:ext cx="1857887" cy="278683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040" descr="A long shot of a desert&#10;&#10;AI-generated content may be incorrect.">
            <a:extLst>
              <a:ext uri="{FF2B5EF4-FFF2-40B4-BE49-F238E27FC236}">
                <a16:creationId xmlns:a16="http://schemas.microsoft.com/office/drawing/2014/main" id="{EF6A5627-1B8A-B51C-5D2A-47B59CECDC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47" t="16012" b="4983"/>
          <a:stretch>
            <a:fillRect/>
          </a:stretch>
        </p:blipFill>
        <p:spPr>
          <a:xfrm>
            <a:off x="5175707" y="-2517"/>
            <a:ext cx="5521857" cy="3833384"/>
          </a:xfrm>
          <a:prstGeom prst="rect">
            <a:avLst/>
          </a:prstGeom>
        </p:spPr>
      </p:pic>
      <p:pic>
        <p:nvPicPr>
          <p:cNvPr id="1042" name="Picture 1041" descr="A graph of a person&#10;&#10;AI-generated content may be incorrect.">
            <a:extLst>
              <a:ext uri="{FF2B5EF4-FFF2-40B4-BE49-F238E27FC236}">
                <a16:creationId xmlns:a16="http://schemas.microsoft.com/office/drawing/2014/main" id="{1A648FAE-964B-61BC-F15F-9607E1ABFEC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496"/>
          <a:stretch>
            <a:fillRect/>
          </a:stretch>
        </p:blipFill>
        <p:spPr>
          <a:xfrm>
            <a:off x="2907700" y="3927209"/>
            <a:ext cx="7860554" cy="2876355"/>
          </a:xfrm>
          <a:prstGeom prst="rect">
            <a:avLst/>
          </a:prstGeom>
        </p:spPr>
      </p:pic>
      <p:sp>
        <p:nvSpPr>
          <p:cNvPr id="1043" name="Oval 1042">
            <a:extLst>
              <a:ext uri="{FF2B5EF4-FFF2-40B4-BE49-F238E27FC236}">
                <a16:creationId xmlns:a16="http://schemas.microsoft.com/office/drawing/2014/main" id="{B4401416-150E-A864-00AE-FE7F4534DB06}"/>
              </a:ext>
            </a:extLst>
          </p:cNvPr>
          <p:cNvSpPr/>
          <p:nvPr/>
        </p:nvSpPr>
        <p:spPr>
          <a:xfrm>
            <a:off x="2142549" y="380321"/>
            <a:ext cx="138821" cy="126543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0CC4159-EE7B-0964-E701-CFFCD41436E9}"/>
              </a:ext>
            </a:extLst>
          </p:cNvPr>
          <p:cNvSpPr txBox="1"/>
          <p:nvPr/>
        </p:nvSpPr>
        <p:spPr>
          <a:xfrm>
            <a:off x="3464604" y="2692779"/>
            <a:ext cx="1944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bg1"/>
                </a:solidFill>
              </a:rPr>
              <a:t>48m</a:t>
            </a:r>
            <a:r>
              <a:rPr lang="en-CL" sz="1600" b="1" dirty="0">
                <a:solidFill>
                  <a:schemeClr val="bg1"/>
                </a:solidFill>
              </a:rPr>
              <a:t> </a:t>
            </a:r>
            <a:r>
              <a:rPr lang="en-CL" sz="900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-20.53° y -70.18°)</a:t>
            </a:r>
            <a:endParaRPr lang="en-CL" sz="900" dirty="0">
              <a:solidFill>
                <a:schemeClr val="bg1"/>
              </a:solidFill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3183F832-7AFF-7766-28EB-71A5ABE3C768}"/>
              </a:ext>
            </a:extLst>
          </p:cNvPr>
          <p:cNvSpPr txBox="1"/>
          <p:nvPr/>
        </p:nvSpPr>
        <p:spPr>
          <a:xfrm>
            <a:off x="3760632" y="5975966"/>
            <a:ext cx="893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AIRPORT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B3D1D9BE-D002-4B94-7CCB-39F148223BE7}"/>
              </a:ext>
            </a:extLst>
          </p:cNvPr>
          <p:cNvSpPr txBox="1"/>
          <p:nvPr/>
        </p:nvSpPr>
        <p:spPr>
          <a:xfrm>
            <a:off x="5282314" y="5226886"/>
            <a:ext cx="717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OYA518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3E1113DC-1964-C3A7-4785-22621FBDFCF8}"/>
              </a:ext>
            </a:extLst>
          </p:cNvPr>
          <p:cNvSpPr txBox="1"/>
          <p:nvPr/>
        </p:nvSpPr>
        <p:spPr>
          <a:xfrm>
            <a:off x="7369840" y="4588243"/>
            <a:ext cx="717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OYA862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F7DF0BBA-245D-2041-8FFE-E6BAEA3F3000}"/>
              </a:ext>
            </a:extLst>
          </p:cNvPr>
          <p:cNvSpPr txBox="1"/>
          <p:nvPr/>
        </p:nvSpPr>
        <p:spPr>
          <a:xfrm>
            <a:off x="7924851" y="4726742"/>
            <a:ext cx="717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OYA780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486DC84D-7800-5F2B-D6E4-9CA50495FE71}"/>
              </a:ext>
            </a:extLst>
          </p:cNvPr>
          <p:cNvSpPr txBox="1"/>
          <p:nvPr/>
        </p:nvSpPr>
        <p:spPr>
          <a:xfrm>
            <a:off x="8283847" y="4263072"/>
            <a:ext cx="87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OYA1069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8FA2B246-E682-A06A-646C-95F74190FAEC}"/>
              </a:ext>
            </a:extLst>
          </p:cNvPr>
          <p:cNvSpPr txBox="1"/>
          <p:nvPr/>
        </p:nvSpPr>
        <p:spPr>
          <a:xfrm>
            <a:off x="8553206" y="3815445"/>
            <a:ext cx="87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OYA1354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AE229BF0-B587-0533-F1D4-B8E4060E688F}"/>
              </a:ext>
            </a:extLst>
          </p:cNvPr>
          <p:cNvSpPr txBox="1"/>
          <p:nvPr/>
        </p:nvSpPr>
        <p:spPr>
          <a:xfrm>
            <a:off x="9284300" y="4491965"/>
            <a:ext cx="87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OYA1128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A57FFE52-6C8C-D0A4-CE61-8E8FB268B84A}"/>
              </a:ext>
            </a:extLst>
          </p:cNvPr>
          <p:cNvSpPr txBox="1"/>
          <p:nvPr/>
        </p:nvSpPr>
        <p:spPr>
          <a:xfrm>
            <a:off x="9764423" y="4276550"/>
            <a:ext cx="87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OYA1193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28E26839-7A03-4DBE-1AB6-CD753BEDF0CC}"/>
              </a:ext>
            </a:extLst>
          </p:cNvPr>
          <p:cNvSpPr txBox="1"/>
          <p:nvPr/>
        </p:nvSpPr>
        <p:spPr>
          <a:xfrm>
            <a:off x="9764423" y="4107258"/>
            <a:ext cx="87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accent1"/>
                </a:solidFill>
              </a:rPr>
              <a:t>OYA1211</a:t>
            </a:r>
            <a:endParaRPr lang="en-CL" sz="800" b="1" dirty="0">
              <a:solidFill>
                <a:schemeClr val="accent1"/>
              </a:solidFill>
            </a:endParaRPr>
          </a:p>
        </p:txBody>
      </p:sp>
      <p:pic>
        <p:nvPicPr>
          <p:cNvPr id="1054" name="Picture 1053" descr="A white triangle with a black background&#10;&#10;AI-generated content may be incorrect.">
            <a:extLst>
              <a:ext uri="{FF2B5EF4-FFF2-40B4-BE49-F238E27FC236}">
                <a16:creationId xmlns:a16="http://schemas.microsoft.com/office/drawing/2014/main" id="{0EFE579E-4C4F-A9ED-5073-3F2B0A31DC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4598551" y="77217"/>
            <a:ext cx="338555" cy="342446"/>
          </a:xfrm>
          <a:prstGeom prst="rect">
            <a:avLst/>
          </a:prstGeom>
        </p:spPr>
      </p:pic>
      <p:sp>
        <p:nvSpPr>
          <p:cNvPr id="1056" name="TextBox 1055">
            <a:extLst>
              <a:ext uri="{FF2B5EF4-FFF2-40B4-BE49-F238E27FC236}">
                <a16:creationId xmlns:a16="http://schemas.microsoft.com/office/drawing/2014/main" id="{AE74A684-F79A-3DA6-F24B-6218DD64CC37}"/>
              </a:ext>
            </a:extLst>
          </p:cNvPr>
          <p:cNvSpPr txBox="1"/>
          <p:nvPr/>
        </p:nvSpPr>
        <p:spPr>
          <a:xfrm>
            <a:off x="5526121" y="2189325"/>
            <a:ext cx="735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SDC</a:t>
            </a:r>
          </a:p>
        </p:txBody>
      </p: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E4F1F9D2-9B6B-AF81-BF83-2FF04ECCDB9C}"/>
              </a:ext>
            </a:extLst>
          </p:cNvPr>
          <p:cNvCxnSpPr>
            <a:cxnSpLocks/>
          </p:cNvCxnSpPr>
          <p:nvPr/>
        </p:nvCxnSpPr>
        <p:spPr>
          <a:xfrm>
            <a:off x="5766759" y="1607347"/>
            <a:ext cx="0" cy="553694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69340CBC-E6F4-71F0-3756-04738D165454}"/>
              </a:ext>
            </a:extLst>
          </p:cNvPr>
          <p:cNvSpPr txBox="1"/>
          <p:nvPr/>
        </p:nvSpPr>
        <p:spPr>
          <a:xfrm>
            <a:off x="5766759" y="1755005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Dew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3536D924-85F5-E2E5-2E84-5B19D693ED9C}"/>
              </a:ext>
            </a:extLst>
          </p:cNvPr>
          <p:cNvSpPr txBox="1"/>
          <p:nvPr/>
        </p:nvSpPr>
        <p:spPr>
          <a:xfrm>
            <a:off x="7034894" y="1915927"/>
            <a:ext cx="735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SFC</a:t>
            </a:r>
          </a:p>
        </p:txBody>
      </p: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C03B794F-A38D-F3B2-25AD-7835ECD99A6F}"/>
              </a:ext>
            </a:extLst>
          </p:cNvPr>
          <p:cNvCxnSpPr>
            <a:cxnSpLocks/>
          </p:cNvCxnSpPr>
          <p:nvPr/>
        </p:nvCxnSpPr>
        <p:spPr>
          <a:xfrm flipH="1">
            <a:off x="7485321" y="2126053"/>
            <a:ext cx="1234978" cy="221196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1" name="TextBox 1060">
            <a:extLst>
              <a:ext uri="{FF2B5EF4-FFF2-40B4-BE49-F238E27FC236}">
                <a16:creationId xmlns:a16="http://schemas.microsoft.com/office/drawing/2014/main" id="{734186C4-590B-F94D-A537-539AA3A39101}"/>
              </a:ext>
            </a:extLst>
          </p:cNvPr>
          <p:cNvSpPr txBox="1"/>
          <p:nvPr/>
        </p:nvSpPr>
        <p:spPr>
          <a:xfrm>
            <a:off x="8316890" y="1897584"/>
            <a:ext cx="1360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dirty="0">
                <a:solidFill>
                  <a:schemeClr val="bg1"/>
                </a:solidFill>
              </a:rPr>
              <a:t>Ocean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42C2E317-747A-204D-42CA-EE4EE01DCD1B}"/>
              </a:ext>
            </a:extLst>
          </p:cNvPr>
          <p:cNvSpPr txBox="1"/>
          <p:nvPr/>
        </p:nvSpPr>
        <p:spPr>
          <a:xfrm rot="21327935">
            <a:off x="7675892" y="1930407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pic>
        <p:nvPicPr>
          <p:cNvPr id="1066" name="Picture 1065" descr="A camera on a pole in the desert&#10;&#10;AI-generated content may be incorrect.">
            <a:extLst>
              <a:ext uri="{FF2B5EF4-FFF2-40B4-BE49-F238E27FC236}">
                <a16:creationId xmlns:a16="http://schemas.microsoft.com/office/drawing/2014/main" id="{98EF88EB-04C5-1BD0-E842-1F85D79BEA6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494" t="13673" r="26050" b="9267"/>
          <a:stretch>
            <a:fillRect/>
          </a:stretch>
        </p:blipFill>
        <p:spPr>
          <a:xfrm>
            <a:off x="9493824" y="79162"/>
            <a:ext cx="1070576" cy="156125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67" name="TextBox 1066">
            <a:extLst>
              <a:ext uri="{FF2B5EF4-FFF2-40B4-BE49-F238E27FC236}">
                <a16:creationId xmlns:a16="http://schemas.microsoft.com/office/drawing/2014/main" id="{A5C323F8-F722-55A7-B854-69BDE5C019DC}"/>
              </a:ext>
            </a:extLst>
          </p:cNvPr>
          <p:cNvSpPr txBox="1"/>
          <p:nvPr/>
        </p:nvSpPr>
        <p:spPr>
          <a:xfrm>
            <a:off x="9213415" y="1904312"/>
            <a:ext cx="785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VIS</a:t>
            </a:r>
          </a:p>
        </p:txBody>
      </p:sp>
      <p:sp>
        <p:nvSpPr>
          <p:cNvPr id="1068" name="Oval 1067">
            <a:extLst>
              <a:ext uri="{FF2B5EF4-FFF2-40B4-BE49-F238E27FC236}">
                <a16:creationId xmlns:a16="http://schemas.microsoft.com/office/drawing/2014/main" id="{4E6DFD39-3874-703B-EB9A-79CA01FA4826}"/>
              </a:ext>
            </a:extLst>
          </p:cNvPr>
          <p:cNvSpPr/>
          <p:nvPr/>
        </p:nvSpPr>
        <p:spPr>
          <a:xfrm>
            <a:off x="9268832" y="2217519"/>
            <a:ext cx="290041" cy="27054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1069" name="Curved Connector 1068">
            <a:extLst>
              <a:ext uri="{FF2B5EF4-FFF2-40B4-BE49-F238E27FC236}">
                <a16:creationId xmlns:a16="http://schemas.microsoft.com/office/drawing/2014/main" id="{A6A63AE7-F127-3824-E14E-BDE978F4A800}"/>
              </a:ext>
            </a:extLst>
          </p:cNvPr>
          <p:cNvCxnSpPr>
            <a:cxnSpLocks/>
          </p:cNvCxnSpPr>
          <p:nvPr/>
        </p:nvCxnSpPr>
        <p:spPr>
          <a:xfrm flipV="1">
            <a:off x="9592115" y="1640420"/>
            <a:ext cx="855137" cy="706829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Arrow Connector 1069">
            <a:extLst>
              <a:ext uri="{FF2B5EF4-FFF2-40B4-BE49-F238E27FC236}">
                <a16:creationId xmlns:a16="http://schemas.microsoft.com/office/drawing/2014/main" id="{5532FF6E-9A01-E510-25E9-B88A040B9982}"/>
              </a:ext>
            </a:extLst>
          </p:cNvPr>
          <p:cNvCxnSpPr>
            <a:cxnSpLocks/>
          </p:cNvCxnSpPr>
          <p:nvPr/>
        </p:nvCxnSpPr>
        <p:spPr>
          <a:xfrm flipH="1">
            <a:off x="8333931" y="2339640"/>
            <a:ext cx="918280" cy="10948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0" name="TextBox 1079">
            <a:extLst>
              <a:ext uri="{FF2B5EF4-FFF2-40B4-BE49-F238E27FC236}">
                <a16:creationId xmlns:a16="http://schemas.microsoft.com/office/drawing/2014/main" id="{0225DB03-4F7E-71C6-8641-E8ACD33799EA}"/>
              </a:ext>
            </a:extLst>
          </p:cNvPr>
          <p:cNvSpPr txBox="1"/>
          <p:nvPr/>
        </p:nvSpPr>
        <p:spPr>
          <a:xfrm>
            <a:off x="8511" y="45609"/>
            <a:ext cx="136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8DF48BBA-496B-285C-2C52-49617B302982}"/>
              </a:ext>
            </a:extLst>
          </p:cNvPr>
          <p:cNvSpPr txBox="1"/>
          <p:nvPr/>
        </p:nvSpPr>
        <p:spPr>
          <a:xfrm>
            <a:off x="43017" y="3815445"/>
            <a:ext cx="136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accent1"/>
                </a:solidFill>
              </a:rPr>
              <a:t>(B)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AD82E076-5B7E-8E39-CD54-F76B2D47E8F6}"/>
              </a:ext>
            </a:extLst>
          </p:cNvPr>
          <p:cNvSpPr txBox="1"/>
          <p:nvPr/>
        </p:nvSpPr>
        <p:spPr>
          <a:xfrm>
            <a:off x="3675172" y="3840739"/>
            <a:ext cx="136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accent1"/>
                </a:solidFill>
              </a:rPr>
              <a:t>(D)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1867B6E6-052B-7776-BA65-4B2DDF4B92C6}"/>
              </a:ext>
            </a:extLst>
          </p:cNvPr>
          <p:cNvSpPr txBox="1"/>
          <p:nvPr/>
        </p:nvSpPr>
        <p:spPr>
          <a:xfrm>
            <a:off x="5239316" y="52014"/>
            <a:ext cx="2104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(C) OYA1211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2CE27832-E297-8C74-B6C9-A00229F22684}"/>
              </a:ext>
            </a:extLst>
          </p:cNvPr>
          <p:cNvSpPr txBox="1"/>
          <p:nvPr/>
        </p:nvSpPr>
        <p:spPr>
          <a:xfrm>
            <a:off x="9493824" y="2797390"/>
            <a:ext cx="16688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i="1" dirty="0">
                <a:solidFill>
                  <a:schemeClr val="bg1"/>
                </a:solidFill>
              </a:rPr>
              <a:t>Tillandsia landbeckii</a:t>
            </a:r>
          </a:p>
        </p:txBody>
      </p:sp>
      <p:cxnSp>
        <p:nvCxnSpPr>
          <p:cNvPr id="1085" name="Curved Connector 1084">
            <a:extLst>
              <a:ext uri="{FF2B5EF4-FFF2-40B4-BE49-F238E27FC236}">
                <a16:creationId xmlns:a16="http://schemas.microsoft.com/office/drawing/2014/main" id="{E96475D3-729C-702A-6CA0-F2963C4E44B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50481" y="3076537"/>
            <a:ext cx="425604" cy="313556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5" name="Picture 1054" descr="A white triangle with a black background&#10;&#10;AI-generated content may be incorrect.">
            <a:extLst>
              <a:ext uri="{FF2B5EF4-FFF2-40B4-BE49-F238E27FC236}">
                <a16:creationId xmlns:a16="http://schemas.microsoft.com/office/drawing/2014/main" id="{87AB3C39-4535-9B60-C8AF-7BF101A662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203437" y="138054"/>
            <a:ext cx="338555" cy="342446"/>
          </a:xfrm>
          <a:prstGeom prst="rect">
            <a:avLst/>
          </a:prstGeom>
        </p:spPr>
      </p:pic>
      <p:cxnSp>
        <p:nvCxnSpPr>
          <p:cNvPr id="1087" name="Straight Arrow Connector 1086">
            <a:extLst>
              <a:ext uri="{FF2B5EF4-FFF2-40B4-BE49-F238E27FC236}">
                <a16:creationId xmlns:a16="http://schemas.microsoft.com/office/drawing/2014/main" id="{819C100F-20AE-291D-CBF6-B73EB2EEA4ED}"/>
              </a:ext>
            </a:extLst>
          </p:cNvPr>
          <p:cNvCxnSpPr>
            <a:cxnSpLocks/>
          </p:cNvCxnSpPr>
          <p:nvPr/>
        </p:nvCxnSpPr>
        <p:spPr>
          <a:xfrm flipV="1">
            <a:off x="712611" y="2192344"/>
            <a:ext cx="1173330" cy="948335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TextBox 1088">
            <a:extLst>
              <a:ext uri="{FF2B5EF4-FFF2-40B4-BE49-F238E27FC236}">
                <a16:creationId xmlns:a16="http://schemas.microsoft.com/office/drawing/2014/main" id="{D5C90661-ECEF-11C2-E2E2-AA32AD92403D}"/>
              </a:ext>
            </a:extLst>
          </p:cNvPr>
          <p:cNvSpPr txBox="1"/>
          <p:nvPr/>
        </p:nvSpPr>
        <p:spPr>
          <a:xfrm rot="19091170">
            <a:off x="672549" y="2268112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208895F7-AA8C-FC5F-15E8-58D595E55234}"/>
              </a:ext>
            </a:extLst>
          </p:cNvPr>
          <p:cNvSpPr/>
          <p:nvPr/>
        </p:nvSpPr>
        <p:spPr>
          <a:xfrm>
            <a:off x="6101055" y="6563822"/>
            <a:ext cx="1823796" cy="239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35DFE0F0-3A5D-32B9-9EEA-7757AC86BCC4}"/>
              </a:ext>
            </a:extLst>
          </p:cNvPr>
          <p:cNvSpPr txBox="1"/>
          <p:nvPr/>
        </p:nvSpPr>
        <p:spPr>
          <a:xfrm>
            <a:off x="6452386" y="6541953"/>
            <a:ext cx="255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latin typeface="Arial" panose="020B0604020202020204" pitchFamily="34" charset="0"/>
                <a:cs typeface="Arial" panose="020B0604020202020204" pitchFamily="34" charset="0"/>
              </a:rPr>
              <a:t>Offshore distance [km]</a:t>
            </a:r>
          </a:p>
        </p:txBody>
      </p:sp>
    </p:spTree>
    <p:extLst>
      <p:ext uri="{BB962C8B-B14F-4D97-AF65-F5344CB8AC3E}">
        <p14:creationId xmlns:p14="http://schemas.microsoft.com/office/powerpoint/2010/main" val="2344723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F883F-7602-F833-97F0-9ED62205F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29565"/>
            <a:ext cx="7772400" cy="379886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7F2E80-F766-FE6E-AB0C-8158AC0E65FA}"/>
              </a:ext>
            </a:extLst>
          </p:cNvPr>
          <p:cNvCxnSpPr>
            <a:cxnSpLocks/>
          </p:cNvCxnSpPr>
          <p:nvPr/>
        </p:nvCxnSpPr>
        <p:spPr>
          <a:xfrm flipV="1">
            <a:off x="2349500" y="1604632"/>
            <a:ext cx="3501409" cy="14052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5BC771-904E-976B-561A-6D17F02F721E}"/>
              </a:ext>
            </a:extLst>
          </p:cNvPr>
          <p:cNvSpPr txBox="1"/>
          <p:nvPr/>
        </p:nvSpPr>
        <p:spPr>
          <a:xfrm rot="20380568">
            <a:off x="4829734" y="1618677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-20.48°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A71186-890E-7397-9850-F31087078EF5}"/>
              </a:ext>
            </a:extLst>
          </p:cNvPr>
          <p:cNvSpPr/>
          <p:nvPr/>
        </p:nvSpPr>
        <p:spPr>
          <a:xfrm>
            <a:off x="5246532" y="1803020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238EEC-036D-1FFB-8408-791A584A04A4}"/>
              </a:ext>
            </a:extLst>
          </p:cNvPr>
          <p:cNvSpPr/>
          <p:nvPr/>
        </p:nvSpPr>
        <p:spPr>
          <a:xfrm>
            <a:off x="2349500" y="2975487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9AAA8D-3F5C-784F-38C0-B726ADC8758D}"/>
              </a:ext>
            </a:extLst>
          </p:cNvPr>
          <p:cNvSpPr txBox="1"/>
          <p:nvPr/>
        </p:nvSpPr>
        <p:spPr>
          <a:xfrm rot="20234632">
            <a:off x="2231820" y="2669105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-20.54°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FF2A48-E5FC-CEBB-C04B-64F981D70AC1}"/>
              </a:ext>
            </a:extLst>
          </p:cNvPr>
          <p:cNvSpPr txBox="1"/>
          <p:nvPr/>
        </p:nvSpPr>
        <p:spPr>
          <a:xfrm rot="20248899">
            <a:off x="3368063" y="2154092"/>
            <a:ext cx="954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Latitude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311F76-ECF4-9DFA-578F-824F35E20CD2}"/>
              </a:ext>
            </a:extLst>
          </p:cNvPr>
          <p:cNvCxnSpPr>
            <a:cxnSpLocks/>
            <a:endCxn id="20" idx="5"/>
          </p:cNvCxnSpPr>
          <p:nvPr/>
        </p:nvCxnSpPr>
        <p:spPr>
          <a:xfrm>
            <a:off x="5850909" y="1604632"/>
            <a:ext cx="3531365" cy="237160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4CBD0F9-190C-4875-2F03-5F6C33B60530}"/>
              </a:ext>
            </a:extLst>
          </p:cNvPr>
          <p:cNvSpPr/>
          <p:nvPr/>
        </p:nvSpPr>
        <p:spPr>
          <a:xfrm>
            <a:off x="5958858" y="1680656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BD9DB1-23A1-D03F-6AE2-1B03C7E95014}"/>
              </a:ext>
            </a:extLst>
          </p:cNvPr>
          <p:cNvSpPr/>
          <p:nvPr/>
        </p:nvSpPr>
        <p:spPr>
          <a:xfrm>
            <a:off x="9306742" y="3917494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C87570-B3A2-DE90-90B0-821D2CEAD6B1}"/>
              </a:ext>
            </a:extLst>
          </p:cNvPr>
          <p:cNvSpPr txBox="1"/>
          <p:nvPr/>
        </p:nvSpPr>
        <p:spPr>
          <a:xfrm rot="2232878">
            <a:off x="5967102" y="1618678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-70.18°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44C6C7-72C0-D7AB-7EDD-897672F2D561}"/>
              </a:ext>
            </a:extLst>
          </p:cNvPr>
          <p:cNvSpPr txBox="1"/>
          <p:nvPr/>
        </p:nvSpPr>
        <p:spPr>
          <a:xfrm rot="2210909">
            <a:off x="9039934" y="3625519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-70.06°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E024DA-477C-0041-1581-8F678D181217}"/>
              </a:ext>
            </a:extLst>
          </p:cNvPr>
          <p:cNvSpPr txBox="1"/>
          <p:nvPr/>
        </p:nvSpPr>
        <p:spPr>
          <a:xfrm rot="2099250">
            <a:off x="7428570" y="2659631"/>
            <a:ext cx="954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Longitude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81B024-1ECF-CF54-BBE5-52308D57ACD2}"/>
              </a:ext>
            </a:extLst>
          </p:cNvPr>
          <p:cNvCxnSpPr>
            <a:cxnSpLocks/>
          </p:cNvCxnSpPr>
          <p:nvPr/>
        </p:nvCxnSpPr>
        <p:spPr>
          <a:xfrm>
            <a:off x="4463106" y="2522323"/>
            <a:ext cx="667463" cy="726142"/>
          </a:xfrm>
          <a:prstGeom prst="straightConnector1">
            <a:avLst/>
          </a:prstGeom>
          <a:ln w="19050">
            <a:solidFill>
              <a:schemeClr val="bg1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159C406-0B29-0078-306F-767A1237145A}"/>
              </a:ext>
            </a:extLst>
          </p:cNvPr>
          <p:cNvSpPr txBox="1"/>
          <p:nvPr/>
        </p:nvSpPr>
        <p:spPr>
          <a:xfrm rot="2852515">
            <a:off x="4446146" y="2459712"/>
            <a:ext cx="617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</p:spTree>
    <p:extLst>
      <p:ext uri="{BB962C8B-B14F-4D97-AF65-F5344CB8AC3E}">
        <p14:creationId xmlns:p14="http://schemas.microsoft.com/office/powerpoint/2010/main" val="118417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3548-8C25-A96E-2318-99B80B512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473CF-FAD5-A069-A1E5-6B9DF18CD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379886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2021C5-A1D0-B184-7370-EF182DA7126F}"/>
              </a:ext>
            </a:extLst>
          </p:cNvPr>
          <p:cNvCxnSpPr>
            <a:cxnSpLocks/>
          </p:cNvCxnSpPr>
          <p:nvPr/>
        </p:nvCxnSpPr>
        <p:spPr>
          <a:xfrm flipV="1">
            <a:off x="232597" y="40918"/>
            <a:ext cx="3501409" cy="14052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3041BDD-4328-3474-A913-E901DF398C1C}"/>
              </a:ext>
            </a:extLst>
          </p:cNvPr>
          <p:cNvSpPr txBox="1"/>
          <p:nvPr/>
        </p:nvSpPr>
        <p:spPr>
          <a:xfrm rot="20380568">
            <a:off x="2715035" y="54963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-20.48°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77CCF5-306B-1E73-9D3C-A60AA10FE9FC}"/>
              </a:ext>
            </a:extLst>
          </p:cNvPr>
          <p:cNvSpPr/>
          <p:nvPr/>
        </p:nvSpPr>
        <p:spPr>
          <a:xfrm>
            <a:off x="3129629" y="239306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4EAC79-808D-937C-7F36-A2C477B40BAC}"/>
              </a:ext>
            </a:extLst>
          </p:cNvPr>
          <p:cNvSpPr/>
          <p:nvPr/>
        </p:nvSpPr>
        <p:spPr>
          <a:xfrm>
            <a:off x="232597" y="1411773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2FB85-DFFC-210B-BE00-4E803CF02687}"/>
              </a:ext>
            </a:extLst>
          </p:cNvPr>
          <p:cNvSpPr txBox="1"/>
          <p:nvPr/>
        </p:nvSpPr>
        <p:spPr>
          <a:xfrm rot="20234632">
            <a:off x="38900" y="1135958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-20.53°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31DD49-536A-78CC-7148-58DC6A775ADD}"/>
              </a:ext>
            </a:extLst>
          </p:cNvPr>
          <p:cNvSpPr txBox="1"/>
          <p:nvPr/>
        </p:nvSpPr>
        <p:spPr>
          <a:xfrm rot="20248899">
            <a:off x="1251160" y="590378"/>
            <a:ext cx="954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Latitude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B9B090-BE86-BE65-FDAE-EC59242055A1}"/>
              </a:ext>
            </a:extLst>
          </p:cNvPr>
          <p:cNvCxnSpPr>
            <a:cxnSpLocks/>
            <a:endCxn id="20" idx="5"/>
          </p:cNvCxnSpPr>
          <p:nvPr/>
        </p:nvCxnSpPr>
        <p:spPr>
          <a:xfrm>
            <a:off x="3734006" y="40918"/>
            <a:ext cx="3531365" cy="237160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E17085E-66CF-449D-91BB-36E38A6E4A30}"/>
              </a:ext>
            </a:extLst>
          </p:cNvPr>
          <p:cNvSpPr/>
          <p:nvPr/>
        </p:nvSpPr>
        <p:spPr>
          <a:xfrm>
            <a:off x="3841955" y="116942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A07F3E1-6F2C-8C71-5C12-C05B01440B2A}"/>
              </a:ext>
            </a:extLst>
          </p:cNvPr>
          <p:cNvSpPr/>
          <p:nvPr/>
        </p:nvSpPr>
        <p:spPr>
          <a:xfrm>
            <a:off x="7189839" y="2353780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62A424-2380-4D4D-7D36-D3370375158B}"/>
              </a:ext>
            </a:extLst>
          </p:cNvPr>
          <p:cNvSpPr txBox="1"/>
          <p:nvPr/>
        </p:nvSpPr>
        <p:spPr>
          <a:xfrm rot="2232878">
            <a:off x="3860139" y="67712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-70.18°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879FBA-AEE5-FD37-888E-07CE3C03ABB0}"/>
              </a:ext>
            </a:extLst>
          </p:cNvPr>
          <p:cNvSpPr txBox="1"/>
          <p:nvPr/>
        </p:nvSpPr>
        <p:spPr>
          <a:xfrm rot="2210909">
            <a:off x="6890468" y="2074172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-70.06°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CAC772-AEAE-F836-6368-13169B657708}"/>
              </a:ext>
            </a:extLst>
          </p:cNvPr>
          <p:cNvSpPr txBox="1"/>
          <p:nvPr/>
        </p:nvSpPr>
        <p:spPr>
          <a:xfrm rot="2099250">
            <a:off x="5311667" y="1095917"/>
            <a:ext cx="954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Longitude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0875E9-79C7-CF2A-36C1-A0D3F75E2755}"/>
              </a:ext>
            </a:extLst>
          </p:cNvPr>
          <p:cNvCxnSpPr>
            <a:cxnSpLocks/>
          </p:cNvCxnSpPr>
          <p:nvPr/>
        </p:nvCxnSpPr>
        <p:spPr>
          <a:xfrm>
            <a:off x="2346203" y="958609"/>
            <a:ext cx="667463" cy="726142"/>
          </a:xfrm>
          <a:prstGeom prst="straightConnector1">
            <a:avLst/>
          </a:prstGeom>
          <a:ln w="19050">
            <a:solidFill>
              <a:schemeClr val="bg1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CF504E6-050F-2E97-4203-11DB75E9FC1D}"/>
              </a:ext>
            </a:extLst>
          </p:cNvPr>
          <p:cNvSpPr txBox="1"/>
          <p:nvPr/>
        </p:nvSpPr>
        <p:spPr>
          <a:xfrm rot="2852515">
            <a:off x="2329243" y="895998"/>
            <a:ext cx="617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pic>
        <p:nvPicPr>
          <p:cNvPr id="3" name="Picture 2" descr="A graph showing a growth of a mountain&#10;&#10;AI-generated content may be incorrect.">
            <a:extLst>
              <a:ext uri="{FF2B5EF4-FFF2-40B4-BE49-F238E27FC236}">
                <a16:creationId xmlns:a16="http://schemas.microsoft.com/office/drawing/2014/main" id="{7D061829-8638-A039-ACF0-D173BF297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8869"/>
            <a:ext cx="8013290" cy="1647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BF961C-73BD-ECD0-6C66-6FCA09B0DFA4}"/>
              </a:ext>
            </a:extLst>
          </p:cNvPr>
          <p:cNvSpPr txBox="1"/>
          <p:nvPr/>
        </p:nvSpPr>
        <p:spPr>
          <a:xfrm>
            <a:off x="0" y="5446227"/>
            <a:ext cx="7772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Cumulative along-transect distance [km]</a:t>
            </a:r>
            <a:endParaRPr lang="en-CL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7B3281-C31D-5C18-BB1B-5EFFB6C1BFB5}"/>
              </a:ext>
            </a:extLst>
          </p:cNvPr>
          <p:cNvSpPr/>
          <p:nvPr/>
        </p:nvSpPr>
        <p:spPr>
          <a:xfrm>
            <a:off x="550653" y="5162351"/>
            <a:ext cx="46314" cy="4571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5779BF-CF67-3B69-A927-DF57696782F0}"/>
              </a:ext>
            </a:extLst>
          </p:cNvPr>
          <p:cNvSpPr/>
          <p:nvPr/>
        </p:nvSpPr>
        <p:spPr>
          <a:xfrm>
            <a:off x="1778539" y="4689359"/>
            <a:ext cx="46314" cy="4571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BE1622-D65E-4F92-457F-3412DAB8B9A6}"/>
              </a:ext>
            </a:extLst>
          </p:cNvPr>
          <p:cNvSpPr/>
          <p:nvPr/>
        </p:nvSpPr>
        <p:spPr>
          <a:xfrm>
            <a:off x="3390122" y="4530808"/>
            <a:ext cx="46314" cy="4571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0068A32-77DB-9165-7ABA-E90BA773E8AA}"/>
              </a:ext>
            </a:extLst>
          </p:cNvPr>
          <p:cNvSpPr/>
          <p:nvPr/>
        </p:nvSpPr>
        <p:spPr>
          <a:xfrm>
            <a:off x="3960331" y="4470777"/>
            <a:ext cx="46314" cy="4571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BC17DB-9C27-CBB0-CF05-1786B7AC451B}"/>
              </a:ext>
            </a:extLst>
          </p:cNvPr>
          <p:cNvSpPr/>
          <p:nvPr/>
        </p:nvSpPr>
        <p:spPr>
          <a:xfrm>
            <a:off x="5382491" y="4203093"/>
            <a:ext cx="46314" cy="4571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118941D-F1C0-F15A-EE4B-4F4E7CAE85A3}"/>
              </a:ext>
            </a:extLst>
          </p:cNvPr>
          <p:cNvSpPr/>
          <p:nvPr/>
        </p:nvSpPr>
        <p:spPr>
          <a:xfrm>
            <a:off x="7662141" y="3891425"/>
            <a:ext cx="46314" cy="4571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557B92-8597-274A-3508-25C7B48A0933}"/>
              </a:ext>
            </a:extLst>
          </p:cNvPr>
          <p:cNvSpPr/>
          <p:nvPr/>
        </p:nvSpPr>
        <p:spPr>
          <a:xfrm>
            <a:off x="7027141" y="4037026"/>
            <a:ext cx="46314" cy="4571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AC0869-9B8B-CB82-B27F-8D29069E958B}"/>
              </a:ext>
            </a:extLst>
          </p:cNvPr>
          <p:cNvSpPr/>
          <p:nvPr/>
        </p:nvSpPr>
        <p:spPr>
          <a:xfrm>
            <a:off x="6801716" y="4053410"/>
            <a:ext cx="46314" cy="4571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A78A2A-469F-CD94-53D5-0F05B1F9A368}"/>
              </a:ext>
            </a:extLst>
          </p:cNvPr>
          <p:cNvSpPr/>
          <p:nvPr/>
        </p:nvSpPr>
        <p:spPr>
          <a:xfrm>
            <a:off x="6457397" y="4096260"/>
            <a:ext cx="46314" cy="4571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36C681-6F61-ECC8-4FFE-85E1865D187F}"/>
              </a:ext>
            </a:extLst>
          </p:cNvPr>
          <p:cNvSpPr txBox="1"/>
          <p:nvPr/>
        </p:nvSpPr>
        <p:spPr>
          <a:xfrm>
            <a:off x="429242" y="5010784"/>
            <a:ext cx="8651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600" dirty="0"/>
              <a:t>AERP.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102957-386A-E27E-F6FD-FAC6E14B49E0}"/>
              </a:ext>
            </a:extLst>
          </p:cNvPr>
          <p:cNvSpPr txBox="1"/>
          <p:nvPr/>
        </p:nvSpPr>
        <p:spPr>
          <a:xfrm>
            <a:off x="1590979" y="4527552"/>
            <a:ext cx="4677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600" dirty="0"/>
              <a:t>OYA518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7A089E-4D12-564D-7760-B6CB73E43C77}"/>
              </a:ext>
            </a:extLst>
          </p:cNvPr>
          <p:cNvSpPr txBox="1"/>
          <p:nvPr/>
        </p:nvSpPr>
        <p:spPr>
          <a:xfrm>
            <a:off x="3181958" y="4369001"/>
            <a:ext cx="4677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600" dirty="0"/>
              <a:t>OYA780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5DE5BA-3CA4-7FC8-0C40-B0436898B9D1}"/>
              </a:ext>
            </a:extLst>
          </p:cNvPr>
          <p:cNvSpPr txBox="1"/>
          <p:nvPr/>
        </p:nvSpPr>
        <p:spPr>
          <a:xfrm>
            <a:off x="3749614" y="4293594"/>
            <a:ext cx="4677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600" dirty="0"/>
              <a:t>OYA862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926D9-AAF0-C4D1-A2A5-067C3D5D2001}"/>
              </a:ext>
            </a:extLst>
          </p:cNvPr>
          <p:cNvSpPr txBox="1"/>
          <p:nvPr/>
        </p:nvSpPr>
        <p:spPr>
          <a:xfrm>
            <a:off x="5194930" y="4041286"/>
            <a:ext cx="5396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600" dirty="0"/>
              <a:t>OYA1069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E482CA-F260-15EB-1F2C-B56D76DCF516}"/>
              </a:ext>
            </a:extLst>
          </p:cNvPr>
          <p:cNvSpPr txBox="1"/>
          <p:nvPr/>
        </p:nvSpPr>
        <p:spPr>
          <a:xfrm>
            <a:off x="6215389" y="3927963"/>
            <a:ext cx="5396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600" dirty="0"/>
              <a:t>OYA1128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EA44A9-6F68-C6E9-CC87-E70BEF1ED9FF}"/>
              </a:ext>
            </a:extLst>
          </p:cNvPr>
          <p:cNvSpPr txBox="1"/>
          <p:nvPr/>
        </p:nvSpPr>
        <p:spPr>
          <a:xfrm>
            <a:off x="6578193" y="3884493"/>
            <a:ext cx="5396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600" dirty="0"/>
              <a:t>OYA1193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4EF233-46E4-0A0C-EFC5-E0798829BABE}"/>
              </a:ext>
            </a:extLst>
          </p:cNvPr>
          <p:cNvSpPr txBox="1"/>
          <p:nvPr/>
        </p:nvSpPr>
        <p:spPr>
          <a:xfrm>
            <a:off x="6940997" y="3875219"/>
            <a:ext cx="5396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600" dirty="0"/>
              <a:t>OYA1211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07E434-9865-3DB6-FAE3-375627FA89C4}"/>
              </a:ext>
            </a:extLst>
          </p:cNvPr>
          <p:cNvSpPr txBox="1"/>
          <p:nvPr/>
        </p:nvSpPr>
        <p:spPr>
          <a:xfrm>
            <a:off x="7250379" y="3795194"/>
            <a:ext cx="5396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600" dirty="0"/>
              <a:t>OYA1354</a:t>
            </a:r>
          </a:p>
        </p:txBody>
      </p:sp>
      <p:pic>
        <p:nvPicPr>
          <p:cNvPr id="40" name="Picture 39" descr="A long shot of a desert&#10;&#10;AI-generated content may be incorrect.">
            <a:extLst>
              <a:ext uri="{FF2B5EF4-FFF2-40B4-BE49-F238E27FC236}">
                <a16:creationId xmlns:a16="http://schemas.microsoft.com/office/drawing/2014/main" id="{2B4E2FAB-8B24-9BF2-49FF-DE4D872519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47" t="16012" b="4983"/>
          <a:stretch>
            <a:fillRect/>
          </a:stretch>
        </p:blipFill>
        <p:spPr>
          <a:xfrm>
            <a:off x="7966976" y="0"/>
            <a:ext cx="7713385" cy="535478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C583B0B-A3DF-EB11-1949-C99CC016206B}"/>
              </a:ext>
            </a:extLst>
          </p:cNvPr>
          <p:cNvSpPr txBox="1"/>
          <p:nvPr/>
        </p:nvSpPr>
        <p:spPr>
          <a:xfrm>
            <a:off x="8544809" y="3144930"/>
            <a:ext cx="840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SDC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30C4803-3C94-0BBD-4E03-9974B5F48625}"/>
              </a:ext>
            </a:extLst>
          </p:cNvPr>
          <p:cNvCxnSpPr>
            <a:cxnSpLocks/>
          </p:cNvCxnSpPr>
          <p:nvPr/>
        </p:nvCxnSpPr>
        <p:spPr>
          <a:xfrm>
            <a:off x="8785447" y="2357451"/>
            <a:ext cx="0" cy="773445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B6EB25C-6873-627A-1692-9667A5B5E9D0}"/>
              </a:ext>
            </a:extLst>
          </p:cNvPr>
          <p:cNvSpPr txBox="1"/>
          <p:nvPr/>
        </p:nvSpPr>
        <p:spPr>
          <a:xfrm>
            <a:off x="8785447" y="2710610"/>
            <a:ext cx="1553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Dew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1EAF2A-842E-ABF7-71A7-CC5FF66CAEAB}"/>
              </a:ext>
            </a:extLst>
          </p:cNvPr>
          <p:cNvSpPr txBox="1"/>
          <p:nvPr/>
        </p:nvSpPr>
        <p:spPr>
          <a:xfrm>
            <a:off x="10663238" y="2799907"/>
            <a:ext cx="840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SFC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6B9695B-C361-82D3-31E3-8F9E42A1AD42}"/>
              </a:ext>
            </a:extLst>
          </p:cNvPr>
          <p:cNvCxnSpPr>
            <a:cxnSpLocks/>
          </p:cNvCxnSpPr>
          <p:nvPr/>
        </p:nvCxnSpPr>
        <p:spPr>
          <a:xfrm flipH="1">
            <a:off x="11582641" y="2485785"/>
            <a:ext cx="1399343" cy="258388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5D479F0-0190-C509-3A1E-01BFB142D300}"/>
              </a:ext>
            </a:extLst>
          </p:cNvPr>
          <p:cNvSpPr txBox="1"/>
          <p:nvPr/>
        </p:nvSpPr>
        <p:spPr>
          <a:xfrm rot="20985752">
            <a:off x="12556706" y="2233662"/>
            <a:ext cx="893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dirty="0">
                <a:solidFill>
                  <a:schemeClr val="bg1"/>
                </a:solidFill>
              </a:rPr>
              <a:t>Ocean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CECA97-8091-510C-723D-B9057C0ED2C2}"/>
              </a:ext>
            </a:extLst>
          </p:cNvPr>
          <p:cNvSpPr txBox="1"/>
          <p:nvPr/>
        </p:nvSpPr>
        <p:spPr>
          <a:xfrm rot="20871832">
            <a:off x="11459751" y="2384076"/>
            <a:ext cx="532102" cy="31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pic>
        <p:nvPicPr>
          <p:cNvPr id="48" name="Picture 47" descr="A camera on a pole in the desert&#10;&#10;AI-generated content may be incorrect.">
            <a:extLst>
              <a:ext uri="{FF2B5EF4-FFF2-40B4-BE49-F238E27FC236}">
                <a16:creationId xmlns:a16="http://schemas.microsoft.com/office/drawing/2014/main" id="{C3EB0711-9828-C35A-CC61-E0B19D16F5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94" t="13673" r="26050" b="9267"/>
          <a:stretch>
            <a:fillRect/>
          </a:stretch>
        </p:blipFill>
        <p:spPr>
          <a:xfrm>
            <a:off x="14000209" y="678547"/>
            <a:ext cx="1495469" cy="218089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5ADE2C8-FADD-7657-5389-B6DD2AE69BD2}"/>
              </a:ext>
            </a:extLst>
          </p:cNvPr>
          <p:cNvSpPr txBox="1"/>
          <p:nvPr/>
        </p:nvSpPr>
        <p:spPr>
          <a:xfrm>
            <a:off x="13551728" y="2807864"/>
            <a:ext cx="896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VIS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BB974ED-1A23-436A-A4D5-2F58D4F9FCCF}"/>
              </a:ext>
            </a:extLst>
          </p:cNvPr>
          <p:cNvSpPr/>
          <p:nvPr/>
        </p:nvSpPr>
        <p:spPr>
          <a:xfrm>
            <a:off x="13726857" y="3094707"/>
            <a:ext cx="331247" cy="37791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534FC139-023C-AE0C-59FA-C6F2DE53FEF6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14058106" y="2859441"/>
            <a:ext cx="689838" cy="439377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8E5854B-3ADA-CC95-C2DD-BC3E7C6BD07E}"/>
              </a:ext>
            </a:extLst>
          </p:cNvPr>
          <p:cNvCxnSpPr>
            <a:cxnSpLocks/>
          </p:cNvCxnSpPr>
          <p:nvPr/>
        </p:nvCxnSpPr>
        <p:spPr>
          <a:xfrm flipH="1" flipV="1">
            <a:off x="11503780" y="3292987"/>
            <a:ext cx="2125789" cy="2291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3DA562-21E6-12F0-3D05-90BC1C63DE74}"/>
              </a:ext>
            </a:extLst>
          </p:cNvPr>
          <p:cNvSpPr txBox="1"/>
          <p:nvPr/>
        </p:nvSpPr>
        <p:spPr>
          <a:xfrm>
            <a:off x="8030585" y="54531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(C) OYA1211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E9EDCF-7DC0-879C-9B39-80B9ECC9E331}"/>
              </a:ext>
            </a:extLst>
          </p:cNvPr>
          <p:cNvSpPr txBox="1"/>
          <p:nvPr/>
        </p:nvSpPr>
        <p:spPr>
          <a:xfrm>
            <a:off x="14157698" y="4069159"/>
            <a:ext cx="1905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i="1" dirty="0">
                <a:solidFill>
                  <a:schemeClr val="bg1"/>
                </a:solidFill>
              </a:rPr>
              <a:t>Tillandsia landbeckii</a:t>
            </a:r>
          </a:p>
        </p:txBody>
      </p: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E568D08E-6612-ECDC-4F91-E5A32477CDA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4424996" y="4467712"/>
            <a:ext cx="464169" cy="300601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A white triangle with a black background&#10;&#10;AI-generated content may be incorrect.">
            <a:extLst>
              <a:ext uri="{FF2B5EF4-FFF2-40B4-BE49-F238E27FC236}">
                <a16:creationId xmlns:a16="http://schemas.microsoft.com/office/drawing/2014/main" id="{7AF12A02-3FD7-FA56-3436-4CCCFEBA5D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5145127" y="78504"/>
            <a:ext cx="472924" cy="478359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DF1E284E-6446-E952-63C6-D4EE413A85B6}"/>
              </a:ext>
            </a:extLst>
          </p:cNvPr>
          <p:cNvSpPr txBox="1"/>
          <p:nvPr/>
        </p:nvSpPr>
        <p:spPr>
          <a:xfrm>
            <a:off x="32175" y="13852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AE86DB-6FDB-8D9B-1492-3268F6AF1BE1}"/>
              </a:ext>
            </a:extLst>
          </p:cNvPr>
          <p:cNvSpPr txBox="1"/>
          <p:nvPr/>
        </p:nvSpPr>
        <p:spPr>
          <a:xfrm>
            <a:off x="18965" y="5323546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95163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E0D88-2BDE-5298-D977-CEEB31B04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 descr="A graph showing a growth of a number&#10;&#10;AI-generated content may be incorrect.">
            <a:extLst>
              <a:ext uri="{FF2B5EF4-FFF2-40B4-BE49-F238E27FC236}">
                <a16:creationId xmlns:a16="http://schemas.microsoft.com/office/drawing/2014/main" id="{C33F3B94-899C-B549-5051-A0207474F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5" y="3057510"/>
            <a:ext cx="6357608" cy="3046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9690EA-CA5B-E55D-0442-3EDFA1A97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75551" cy="301838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1E5768-B78C-F84D-B75C-360E1C0A4418}"/>
              </a:ext>
            </a:extLst>
          </p:cNvPr>
          <p:cNvCxnSpPr>
            <a:cxnSpLocks/>
          </p:cNvCxnSpPr>
          <p:nvPr/>
        </p:nvCxnSpPr>
        <p:spPr>
          <a:xfrm flipV="1">
            <a:off x="63653" y="-124756"/>
            <a:ext cx="3501409" cy="14052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A56F4E-D37A-039B-98E8-0F57D6348CB4}"/>
              </a:ext>
            </a:extLst>
          </p:cNvPr>
          <p:cNvSpPr txBox="1"/>
          <p:nvPr/>
        </p:nvSpPr>
        <p:spPr>
          <a:xfrm rot="20380568">
            <a:off x="2224153" y="25792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-20.48°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4E1B05-DB66-38A4-ED75-00EBDC17079E}"/>
              </a:ext>
            </a:extLst>
          </p:cNvPr>
          <p:cNvSpPr/>
          <p:nvPr/>
        </p:nvSpPr>
        <p:spPr>
          <a:xfrm>
            <a:off x="2552918" y="225915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0944F3-A5AB-01BF-AE7E-657C0DE9315C}"/>
              </a:ext>
            </a:extLst>
          </p:cNvPr>
          <p:cNvSpPr/>
          <p:nvPr/>
        </p:nvSpPr>
        <p:spPr>
          <a:xfrm>
            <a:off x="63653" y="1246099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572988-BA11-319A-6C9C-D7F46CF9F02B}"/>
              </a:ext>
            </a:extLst>
          </p:cNvPr>
          <p:cNvSpPr txBox="1"/>
          <p:nvPr/>
        </p:nvSpPr>
        <p:spPr>
          <a:xfrm rot="20234632">
            <a:off x="-69367" y="948667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-20.53°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A27248-1213-4935-AD98-4B0DE9EC3CA1}"/>
              </a:ext>
            </a:extLst>
          </p:cNvPr>
          <p:cNvSpPr txBox="1"/>
          <p:nvPr/>
        </p:nvSpPr>
        <p:spPr>
          <a:xfrm rot="20248899">
            <a:off x="1204883" y="377136"/>
            <a:ext cx="954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Latitude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7673BD-E667-221E-F9E9-76C2E3F1330B}"/>
              </a:ext>
            </a:extLst>
          </p:cNvPr>
          <p:cNvCxnSpPr>
            <a:cxnSpLocks/>
          </p:cNvCxnSpPr>
          <p:nvPr/>
        </p:nvCxnSpPr>
        <p:spPr>
          <a:xfrm>
            <a:off x="3061877" y="-394705"/>
            <a:ext cx="2667777" cy="217179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8E3D1C5-B00A-B241-EE27-89B10735C0F2}"/>
              </a:ext>
            </a:extLst>
          </p:cNvPr>
          <p:cNvSpPr/>
          <p:nvPr/>
        </p:nvSpPr>
        <p:spPr>
          <a:xfrm>
            <a:off x="3656973" y="103837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8D54B9-7529-ACBB-5679-DD4494C2DBAC}"/>
              </a:ext>
            </a:extLst>
          </p:cNvPr>
          <p:cNvSpPr/>
          <p:nvPr/>
        </p:nvSpPr>
        <p:spPr>
          <a:xfrm>
            <a:off x="5671543" y="1732847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62F894-BAC4-50AA-0FE0-1A096A39D336}"/>
              </a:ext>
            </a:extLst>
          </p:cNvPr>
          <p:cNvSpPr txBox="1"/>
          <p:nvPr/>
        </p:nvSpPr>
        <p:spPr>
          <a:xfrm rot="2562208">
            <a:off x="3681825" y="74999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-70.18°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23EFFC-5032-EF7C-E9AE-9BC269DEF446}"/>
              </a:ext>
            </a:extLst>
          </p:cNvPr>
          <p:cNvSpPr txBox="1"/>
          <p:nvPr/>
        </p:nvSpPr>
        <p:spPr>
          <a:xfrm rot="2416167">
            <a:off x="5409867" y="1501282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-70.06°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BD8101-D6CD-A9D9-7E6C-05939D006CCF}"/>
              </a:ext>
            </a:extLst>
          </p:cNvPr>
          <p:cNvSpPr txBox="1"/>
          <p:nvPr/>
        </p:nvSpPr>
        <p:spPr>
          <a:xfrm rot="2471887">
            <a:off x="4389482" y="779428"/>
            <a:ext cx="954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Longitude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E9911F-BFD5-3DEE-C26A-2807B484CC70}"/>
              </a:ext>
            </a:extLst>
          </p:cNvPr>
          <p:cNvCxnSpPr>
            <a:cxnSpLocks/>
          </p:cNvCxnSpPr>
          <p:nvPr/>
        </p:nvCxnSpPr>
        <p:spPr>
          <a:xfrm>
            <a:off x="2346203" y="958609"/>
            <a:ext cx="667463" cy="726142"/>
          </a:xfrm>
          <a:prstGeom prst="straightConnector1">
            <a:avLst/>
          </a:prstGeom>
          <a:ln w="19050">
            <a:solidFill>
              <a:schemeClr val="bg1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E68444D-216F-0883-24D5-2DA31EF84F42}"/>
              </a:ext>
            </a:extLst>
          </p:cNvPr>
          <p:cNvSpPr txBox="1"/>
          <p:nvPr/>
        </p:nvSpPr>
        <p:spPr>
          <a:xfrm rot="2852515">
            <a:off x="2329243" y="895998"/>
            <a:ext cx="617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DA2690-4EFD-A5FF-0648-B331F2C896A3}"/>
              </a:ext>
            </a:extLst>
          </p:cNvPr>
          <p:cNvSpPr txBox="1"/>
          <p:nvPr/>
        </p:nvSpPr>
        <p:spPr>
          <a:xfrm>
            <a:off x="585413" y="5332535"/>
            <a:ext cx="516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AERP.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5BA471-F7B0-5E98-323A-8C6D78A5FE19}"/>
              </a:ext>
            </a:extLst>
          </p:cNvPr>
          <p:cNvSpPr txBox="1"/>
          <p:nvPr/>
        </p:nvSpPr>
        <p:spPr>
          <a:xfrm>
            <a:off x="1315044" y="4472965"/>
            <a:ext cx="734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OYA518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463EC8-7BDF-38BB-323C-438F448EF607}"/>
              </a:ext>
            </a:extLst>
          </p:cNvPr>
          <p:cNvSpPr txBox="1"/>
          <p:nvPr/>
        </p:nvSpPr>
        <p:spPr>
          <a:xfrm>
            <a:off x="2899850" y="4102667"/>
            <a:ext cx="782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OYA780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BFB10E-9F79-5D5F-35BF-60580226AD4B}"/>
              </a:ext>
            </a:extLst>
          </p:cNvPr>
          <p:cNvSpPr txBox="1"/>
          <p:nvPr/>
        </p:nvSpPr>
        <p:spPr>
          <a:xfrm>
            <a:off x="3321263" y="3955822"/>
            <a:ext cx="782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OYA862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968D00-D69F-1157-3747-978D2E033457}"/>
              </a:ext>
            </a:extLst>
          </p:cNvPr>
          <p:cNvSpPr txBox="1"/>
          <p:nvPr/>
        </p:nvSpPr>
        <p:spPr>
          <a:xfrm>
            <a:off x="3963716" y="3533002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OYA1069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5A2D6B-74AD-1AC8-EB3C-CADDD64B6388}"/>
              </a:ext>
            </a:extLst>
          </p:cNvPr>
          <p:cNvSpPr txBox="1"/>
          <p:nvPr/>
        </p:nvSpPr>
        <p:spPr>
          <a:xfrm>
            <a:off x="4615895" y="3388510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OYA1128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12D41E-1EB5-7072-2EBC-1285C2A48D5A}"/>
              </a:ext>
            </a:extLst>
          </p:cNvPr>
          <p:cNvSpPr txBox="1"/>
          <p:nvPr/>
        </p:nvSpPr>
        <p:spPr>
          <a:xfrm>
            <a:off x="5128632" y="3187453"/>
            <a:ext cx="902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</a:t>
            </a:r>
          </a:p>
          <a:p>
            <a:r>
              <a:rPr lang="en-CL" sz="800" dirty="0"/>
              <a:t>1193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397060-B275-5203-4A52-94FCB4F45E4E}"/>
              </a:ext>
            </a:extLst>
          </p:cNvPr>
          <p:cNvSpPr txBox="1"/>
          <p:nvPr/>
        </p:nvSpPr>
        <p:spPr>
          <a:xfrm>
            <a:off x="5466881" y="3142605"/>
            <a:ext cx="902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</a:t>
            </a:r>
          </a:p>
          <a:p>
            <a:r>
              <a:rPr lang="en-CL" sz="800" dirty="0"/>
              <a:t>1211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4495EF-000B-3885-26AB-EC4A41E812A8}"/>
              </a:ext>
            </a:extLst>
          </p:cNvPr>
          <p:cNvSpPr txBox="1"/>
          <p:nvPr/>
        </p:nvSpPr>
        <p:spPr>
          <a:xfrm>
            <a:off x="5585419" y="3035088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OYA1354</a:t>
            </a:r>
          </a:p>
        </p:txBody>
      </p:sp>
      <p:pic>
        <p:nvPicPr>
          <p:cNvPr id="40" name="Picture 39" descr="A long shot of a desert&#10;&#10;AI-generated content may be incorrect.">
            <a:extLst>
              <a:ext uri="{FF2B5EF4-FFF2-40B4-BE49-F238E27FC236}">
                <a16:creationId xmlns:a16="http://schemas.microsoft.com/office/drawing/2014/main" id="{EA54D7BD-592C-272E-8A7E-4C327515EE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47" t="16012" b="4983"/>
          <a:stretch>
            <a:fillRect/>
          </a:stretch>
        </p:blipFill>
        <p:spPr>
          <a:xfrm>
            <a:off x="6205665" y="911781"/>
            <a:ext cx="5956382" cy="413504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0455F26-C31D-1E8B-7279-68BD5ED81B3C}"/>
              </a:ext>
            </a:extLst>
          </p:cNvPr>
          <p:cNvSpPr txBox="1"/>
          <p:nvPr/>
        </p:nvSpPr>
        <p:spPr>
          <a:xfrm>
            <a:off x="6590493" y="3311882"/>
            <a:ext cx="840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SDC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95CF7DE-D0E3-C3CD-31EC-28320653E92C}"/>
              </a:ext>
            </a:extLst>
          </p:cNvPr>
          <p:cNvCxnSpPr>
            <a:cxnSpLocks/>
          </p:cNvCxnSpPr>
          <p:nvPr/>
        </p:nvCxnSpPr>
        <p:spPr>
          <a:xfrm>
            <a:off x="6831131" y="2524403"/>
            <a:ext cx="0" cy="773445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151A4E0-07DA-B811-BDBD-8A79492B5982}"/>
              </a:ext>
            </a:extLst>
          </p:cNvPr>
          <p:cNvSpPr txBox="1"/>
          <p:nvPr/>
        </p:nvSpPr>
        <p:spPr>
          <a:xfrm>
            <a:off x="6831131" y="2877562"/>
            <a:ext cx="1553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Dew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D127E0-EDD3-AA7B-31DA-370047B24131}"/>
              </a:ext>
            </a:extLst>
          </p:cNvPr>
          <p:cNvSpPr txBox="1"/>
          <p:nvPr/>
        </p:nvSpPr>
        <p:spPr>
          <a:xfrm>
            <a:off x="8222070" y="2979301"/>
            <a:ext cx="840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SFC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BFA5838-1036-72BE-3F07-A555F0AB58B6}"/>
              </a:ext>
            </a:extLst>
          </p:cNvPr>
          <p:cNvCxnSpPr>
            <a:cxnSpLocks/>
          </p:cNvCxnSpPr>
          <p:nvPr/>
        </p:nvCxnSpPr>
        <p:spPr>
          <a:xfrm flipH="1">
            <a:off x="8730395" y="3015690"/>
            <a:ext cx="1399343" cy="258388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C718E32-9D5E-9E2A-B2A4-E8D98ED3C85D}"/>
              </a:ext>
            </a:extLst>
          </p:cNvPr>
          <p:cNvSpPr txBox="1"/>
          <p:nvPr/>
        </p:nvSpPr>
        <p:spPr>
          <a:xfrm rot="20985752">
            <a:off x="9704460" y="2763567"/>
            <a:ext cx="893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dirty="0">
                <a:solidFill>
                  <a:schemeClr val="bg1"/>
                </a:solidFill>
              </a:rPr>
              <a:t>Ocean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F6A5B5-D10C-2100-0970-7E838834F38A}"/>
              </a:ext>
            </a:extLst>
          </p:cNvPr>
          <p:cNvSpPr txBox="1"/>
          <p:nvPr/>
        </p:nvSpPr>
        <p:spPr>
          <a:xfrm rot="20871832">
            <a:off x="8607505" y="2913981"/>
            <a:ext cx="532102" cy="31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pic>
        <p:nvPicPr>
          <p:cNvPr id="48" name="Picture 47" descr="A camera on a pole in the desert&#10;&#10;AI-generated content may be incorrect.">
            <a:extLst>
              <a:ext uri="{FF2B5EF4-FFF2-40B4-BE49-F238E27FC236}">
                <a16:creationId xmlns:a16="http://schemas.microsoft.com/office/drawing/2014/main" id="{6B8D08DE-FC92-BE9A-E09D-31A7BAACC2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94" t="13673" r="26050" b="9267"/>
          <a:stretch>
            <a:fillRect/>
          </a:stretch>
        </p:blipFill>
        <p:spPr>
          <a:xfrm>
            <a:off x="10934554" y="1418373"/>
            <a:ext cx="1063535" cy="155098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45B2C77-3751-0D5A-020C-F83547F13852}"/>
              </a:ext>
            </a:extLst>
          </p:cNvPr>
          <p:cNvSpPr txBox="1"/>
          <p:nvPr/>
        </p:nvSpPr>
        <p:spPr>
          <a:xfrm>
            <a:off x="10409959" y="2966301"/>
            <a:ext cx="896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VIS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8F2AC3-09E6-F8DB-B39C-A0A798693F83}"/>
              </a:ext>
            </a:extLst>
          </p:cNvPr>
          <p:cNvSpPr/>
          <p:nvPr/>
        </p:nvSpPr>
        <p:spPr>
          <a:xfrm>
            <a:off x="10585088" y="3253144"/>
            <a:ext cx="331247" cy="37791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746E1C93-E9D7-9522-DF84-8A275CFCCC23}"/>
              </a:ext>
            </a:extLst>
          </p:cNvPr>
          <p:cNvCxnSpPr>
            <a:cxnSpLocks/>
          </p:cNvCxnSpPr>
          <p:nvPr/>
        </p:nvCxnSpPr>
        <p:spPr>
          <a:xfrm flipV="1">
            <a:off x="10916337" y="3017878"/>
            <a:ext cx="689838" cy="439377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A0110A6-16A5-4C52-395D-19E81ECE2D65}"/>
              </a:ext>
            </a:extLst>
          </p:cNvPr>
          <p:cNvCxnSpPr>
            <a:cxnSpLocks/>
          </p:cNvCxnSpPr>
          <p:nvPr/>
        </p:nvCxnSpPr>
        <p:spPr>
          <a:xfrm flipH="1">
            <a:off x="9023214" y="3424628"/>
            <a:ext cx="1530767" cy="0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2117E6E-79DE-654E-83BE-D3C2143C0D2F}"/>
              </a:ext>
            </a:extLst>
          </p:cNvPr>
          <p:cNvSpPr txBox="1"/>
          <p:nvPr/>
        </p:nvSpPr>
        <p:spPr>
          <a:xfrm>
            <a:off x="6247615" y="912575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(C) OYA1211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A9E992-B69A-57D0-B29A-013FB07379BE}"/>
              </a:ext>
            </a:extLst>
          </p:cNvPr>
          <p:cNvSpPr txBox="1"/>
          <p:nvPr/>
        </p:nvSpPr>
        <p:spPr>
          <a:xfrm>
            <a:off x="10899945" y="4000309"/>
            <a:ext cx="1905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i="1" dirty="0">
                <a:solidFill>
                  <a:schemeClr val="bg1"/>
                </a:solidFill>
              </a:rPr>
              <a:t>Tillandsia landbeckii</a:t>
            </a:r>
          </a:p>
        </p:txBody>
      </p: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6117C478-CBF9-AD25-8469-F6C79E4740D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167243" y="4398862"/>
            <a:ext cx="464169" cy="300601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A white triangle with a black background&#10;&#10;AI-generated content may be incorrect.">
            <a:extLst>
              <a:ext uri="{FF2B5EF4-FFF2-40B4-BE49-F238E27FC236}">
                <a16:creationId xmlns:a16="http://schemas.microsoft.com/office/drawing/2014/main" id="{DC3A0F29-AF5B-881C-419B-F3D176DF4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723356" y="957246"/>
            <a:ext cx="369330" cy="373574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49DDC433-C211-8303-42EB-2B0413AC2E85}"/>
              </a:ext>
            </a:extLst>
          </p:cNvPr>
          <p:cNvSpPr txBox="1"/>
          <p:nvPr/>
        </p:nvSpPr>
        <p:spPr>
          <a:xfrm>
            <a:off x="32175" y="13852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2E6126-79D3-8AD0-B310-EBFFBB2CDB7A}"/>
              </a:ext>
            </a:extLst>
          </p:cNvPr>
          <p:cNvSpPr txBox="1"/>
          <p:nvPr/>
        </p:nvSpPr>
        <p:spPr>
          <a:xfrm>
            <a:off x="-86940" y="2967903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/>
              <a:t>(B)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D14BAA-7B36-10E0-E444-3EE7E42AB736}"/>
              </a:ext>
            </a:extLst>
          </p:cNvPr>
          <p:cNvSpPr txBox="1"/>
          <p:nvPr/>
        </p:nvSpPr>
        <p:spPr>
          <a:xfrm>
            <a:off x="295290" y="1088683"/>
            <a:ext cx="516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AERP.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33167F-BFB9-534D-2EF8-235BEDB1F82F}"/>
              </a:ext>
            </a:extLst>
          </p:cNvPr>
          <p:cNvSpPr txBox="1"/>
          <p:nvPr/>
        </p:nvSpPr>
        <p:spPr>
          <a:xfrm>
            <a:off x="585413" y="1517403"/>
            <a:ext cx="734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OYA518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6F55F7-2D8F-2EDB-D6A4-C0BC19C3F05C}"/>
              </a:ext>
            </a:extLst>
          </p:cNvPr>
          <p:cNvSpPr txBox="1"/>
          <p:nvPr/>
        </p:nvSpPr>
        <p:spPr>
          <a:xfrm>
            <a:off x="2782463" y="2584881"/>
            <a:ext cx="782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OYA780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29E9BC-A13F-F02E-5263-2889E4F8C819}"/>
              </a:ext>
            </a:extLst>
          </p:cNvPr>
          <p:cNvSpPr txBox="1"/>
          <p:nvPr/>
        </p:nvSpPr>
        <p:spPr>
          <a:xfrm>
            <a:off x="2696475" y="1827346"/>
            <a:ext cx="782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OYA862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EE8924-50D8-3815-9D09-DC17FED36FB0}"/>
              </a:ext>
            </a:extLst>
          </p:cNvPr>
          <p:cNvSpPr txBox="1"/>
          <p:nvPr/>
        </p:nvSpPr>
        <p:spPr>
          <a:xfrm>
            <a:off x="3735277" y="1892641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OYA1069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5A085B8-E1AB-CD35-3627-F7873534A140}"/>
              </a:ext>
            </a:extLst>
          </p:cNvPr>
          <p:cNvSpPr txBox="1"/>
          <p:nvPr/>
        </p:nvSpPr>
        <p:spPr>
          <a:xfrm>
            <a:off x="4754736" y="2042921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OYA1128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761A178-1F87-519A-AE0D-BDBC1101BF57}"/>
              </a:ext>
            </a:extLst>
          </p:cNvPr>
          <p:cNvSpPr txBox="1"/>
          <p:nvPr/>
        </p:nvSpPr>
        <p:spPr>
          <a:xfrm>
            <a:off x="5128632" y="1775728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OYA1193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28C2B99-52D0-CDA2-A25B-B5C1E28B79EA}"/>
              </a:ext>
            </a:extLst>
          </p:cNvPr>
          <p:cNvSpPr txBox="1"/>
          <p:nvPr/>
        </p:nvSpPr>
        <p:spPr>
          <a:xfrm>
            <a:off x="4503871" y="1237653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OYA1354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45B6B36-3273-3DEE-810F-6F3904C1726F}"/>
              </a:ext>
            </a:extLst>
          </p:cNvPr>
          <p:cNvSpPr txBox="1"/>
          <p:nvPr/>
        </p:nvSpPr>
        <p:spPr>
          <a:xfrm>
            <a:off x="5354592" y="2052908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OYA1211</a:t>
            </a:r>
          </a:p>
        </p:txBody>
      </p:sp>
    </p:spTree>
    <p:extLst>
      <p:ext uri="{BB962C8B-B14F-4D97-AF65-F5344CB8AC3E}">
        <p14:creationId xmlns:p14="http://schemas.microsoft.com/office/powerpoint/2010/main" val="109545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1046-D7C3-6EB8-3235-98F04167B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 descr="A graph showing a growth of a number&#10;&#10;AI-generated content may be incorrect.">
            <a:extLst>
              <a:ext uri="{FF2B5EF4-FFF2-40B4-BE49-F238E27FC236}">
                <a16:creationId xmlns:a16="http://schemas.microsoft.com/office/drawing/2014/main" id="{5A5AF364-9EA8-E8AB-D0C9-F8E802F3D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5" y="3057510"/>
            <a:ext cx="6357608" cy="3046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FF7083-65CC-C004-503C-96231C3A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75551" cy="301838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C4BF30-D9C0-6E23-0EAF-21E03A85620A}"/>
              </a:ext>
            </a:extLst>
          </p:cNvPr>
          <p:cNvCxnSpPr>
            <a:cxnSpLocks/>
          </p:cNvCxnSpPr>
          <p:nvPr/>
        </p:nvCxnSpPr>
        <p:spPr>
          <a:xfrm flipV="1">
            <a:off x="63653" y="-124756"/>
            <a:ext cx="3501409" cy="14052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02BE45-4319-15D2-6ED9-544398299825}"/>
              </a:ext>
            </a:extLst>
          </p:cNvPr>
          <p:cNvSpPr txBox="1"/>
          <p:nvPr/>
        </p:nvSpPr>
        <p:spPr>
          <a:xfrm rot="20380568">
            <a:off x="2224153" y="25792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-20.48°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C1F20D-6D28-3218-1ECF-80493865A315}"/>
              </a:ext>
            </a:extLst>
          </p:cNvPr>
          <p:cNvSpPr/>
          <p:nvPr/>
        </p:nvSpPr>
        <p:spPr>
          <a:xfrm>
            <a:off x="2552918" y="225915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21BD78-8AAD-2BA4-D362-97DCFF9D6C59}"/>
              </a:ext>
            </a:extLst>
          </p:cNvPr>
          <p:cNvSpPr/>
          <p:nvPr/>
        </p:nvSpPr>
        <p:spPr>
          <a:xfrm>
            <a:off x="63653" y="1246099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22CC25-CC03-4365-DD95-1F515A20F72B}"/>
              </a:ext>
            </a:extLst>
          </p:cNvPr>
          <p:cNvSpPr txBox="1"/>
          <p:nvPr/>
        </p:nvSpPr>
        <p:spPr>
          <a:xfrm rot="20234632">
            <a:off x="-69367" y="948667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-20.53°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7EBC5B-A309-9262-8285-69DA27A83CD9}"/>
              </a:ext>
            </a:extLst>
          </p:cNvPr>
          <p:cNvSpPr txBox="1"/>
          <p:nvPr/>
        </p:nvSpPr>
        <p:spPr>
          <a:xfrm rot="20248899">
            <a:off x="1204883" y="377136"/>
            <a:ext cx="954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Latitude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AF3446-CA41-8B9C-2FE1-570D88EB88AD}"/>
              </a:ext>
            </a:extLst>
          </p:cNvPr>
          <p:cNvCxnSpPr>
            <a:cxnSpLocks/>
          </p:cNvCxnSpPr>
          <p:nvPr/>
        </p:nvCxnSpPr>
        <p:spPr>
          <a:xfrm>
            <a:off x="3061877" y="-394705"/>
            <a:ext cx="2667777" cy="217179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049F266-8FEB-6948-8129-6DE54B7B60EE}"/>
              </a:ext>
            </a:extLst>
          </p:cNvPr>
          <p:cNvSpPr/>
          <p:nvPr/>
        </p:nvSpPr>
        <p:spPr>
          <a:xfrm>
            <a:off x="3656973" y="103837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A40351D-D089-48FD-BDF8-02DB5F052AA7}"/>
              </a:ext>
            </a:extLst>
          </p:cNvPr>
          <p:cNvSpPr/>
          <p:nvPr/>
        </p:nvSpPr>
        <p:spPr>
          <a:xfrm>
            <a:off x="5671543" y="1732847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546A2-F80E-2CB1-7C26-CBF3E4D0E4E3}"/>
              </a:ext>
            </a:extLst>
          </p:cNvPr>
          <p:cNvSpPr txBox="1"/>
          <p:nvPr/>
        </p:nvSpPr>
        <p:spPr>
          <a:xfrm rot="2562208">
            <a:off x="3681825" y="74999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-70.18°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A1B43C-03E0-E6E1-ACAD-89D138681C9C}"/>
              </a:ext>
            </a:extLst>
          </p:cNvPr>
          <p:cNvSpPr txBox="1"/>
          <p:nvPr/>
        </p:nvSpPr>
        <p:spPr>
          <a:xfrm rot="2416167">
            <a:off x="5409867" y="1501282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-70.06°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A4F3D3-3E92-8570-EA56-2F6BFEB238A9}"/>
              </a:ext>
            </a:extLst>
          </p:cNvPr>
          <p:cNvSpPr txBox="1"/>
          <p:nvPr/>
        </p:nvSpPr>
        <p:spPr>
          <a:xfrm rot="2471887">
            <a:off x="4389482" y="779428"/>
            <a:ext cx="954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Longitude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6A4FDD-7129-B4C9-D37A-54B2E57D8D79}"/>
              </a:ext>
            </a:extLst>
          </p:cNvPr>
          <p:cNvCxnSpPr>
            <a:cxnSpLocks/>
          </p:cNvCxnSpPr>
          <p:nvPr/>
        </p:nvCxnSpPr>
        <p:spPr>
          <a:xfrm>
            <a:off x="2346203" y="958609"/>
            <a:ext cx="667463" cy="726142"/>
          </a:xfrm>
          <a:prstGeom prst="straightConnector1">
            <a:avLst/>
          </a:prstGeom>
          <a:ln w="19050">
            <a:solidFill>
              <a:schemeClr val="bg1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443E855-7498-BF2D-E532-F095BA2F9807}"/>
              </a:ext>
            </a:extLst>
          </p:cNvPr>
          <p:cNvSpPr txBox="1"/>
          <p:nvPr/>
        </p:nvSpPr>
        <p:spPr>
          <a:xfrm rot="2852515">
            <a:off x="2329243" y="895998"/>
            <a:ext cx="617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144E5F-9C2D-5CB4-103B-4DF8682FCDC6}"/>
              </a:ext>
            </a:extLst>
          </p:cNvPr>
          <p:cNvSpPr txBox="1"/>
          <p:nvPr/>
        </p:nvSpPr>
        <p:spPr>
          <a:xfrm>
            <a:off x="585413" y="5332535"/>
            <a:ext cx="516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AERP.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78F196-3680-AB1A-3492-54898B9D70C2}"/>
              </a:ext>
            </a:extLst>
          </p:cNvPr>
          <p:cNvSpPr txBox="1"/>
          <p:nvPr/>
        </p:nvSpPr>
        <p:spPr>
          <a:xfrm>
            <a:off x="1315044" y="4472965"/>
            <a:ext cx="734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OYA518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04E985-B210-6287-2407-90C459666C13}"/>
              </a:ext>
            </a:extLst>
          </p:cNvPr>
          <p:cNvSpPr txBox="1"/>
          <p:nvPr/>
        </p:nvSpPr>
        <p:spPr>
          <a:xfrm>
            <a:off x="2899850" y="4102667"/>
            <a:ext cx="782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OYA780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49C4FF-E985-21D2-E340-32476CAD2B56}"/>
              </a:ext>
            </a:extLst>
          </p:cNvPr>
          <p:cNvSpPr txBox="1"/>
          <p:nvPr/>
        </p:nvSpPr>
        <p:spPr>
          <a:xfrm>
            <a:off x="3321263" y="3955822"/>
            <a:ext cx="782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OYA862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0AD5C0-B118-AB19-0202-990EE7121DCC}"/>
              </a:ext>
            </a:extLst>
          </p:cNvPr>
          <p:cNvSpPr txBox="1"/>
          <p:nvPr/>
        </p:nvSpPr>
        <p:spPr>
          <a:xfrm>
            <a:off x="3963716" y="3533002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OYA1069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8A96B7-0280-A304-88D9-9E324D99F4D4}"/>
              </a:ext>
            </a:extLst>
          </p:cNvPr>
          <p:cNvSpPr txBox="1"/>
          <p:nvPr/>
        </p:nvSpPr>
        <p:spPr>
          <a:xfrm>
            <a:off x="4615895" y="3388510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OYA1128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1D6D95-2378-9E27-63B0-35EF567B575C}"/>
              </a:ext>
            </a:extLst>
          </p:cNvPr>
          <p:cNvSpPr txBox="1"/>
          <p:nvPr/>
        </p:nvSpPr>
        <p:spPr>
          <a:xfrm>
            <a:off x="5128632" y="3187453"/>
            <a:ext cx="902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</a:t>
            </a:r>
          </a:p>
          <a:p>
            <a:r>
              <a:rPr lang="en-CL" sz="800" dirty="0"/>
              <a:t>1193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D4A8CA-CB03-4593-F3E0-8A2F6B5EB881}"/>
              </a:ext>
            </a:extLst>
          </p:cNvPr>
          <p:cNvSpPr txBox="1"/>
          <p:nvPr/>
        </p:nvSpPr>
        <p:spPr>
          <a:xfrm>
            <a:off x="5466881" y="3142605"/>
            <a:ext cx="902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</a:t>
            </a:r>
          </a:p>
          <a:p>
            <a:r>
              <a:rPr lang="en-CL" sz="800" dirty="0"/>
              <a:t>1211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C29E26-8B2F-CCFF-72E0-E076875E7E41}"/>
              </a:ext>
            </a:extLst>
          </p:cNvPr>
          <p:cNvSpPr txBox="1"/>
          <p:nvPr/>
        </p:nvSpPr>
        <p:spPr>
          <a:xfrm>
            <a:off x="5585419" y="3035088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/>
              <a:t>OYA1354</a:t>
            </a:r>
          </a:p>
        </p:txBody>
      </p:sp>
      <p:pic>
        <p:nvPicPr>
          <p:cNvPr id="40" name="Picture 39" descr="A long shot of a desert&#10;&#10;AI-generated content may be incorrect.">
            <a:extLst>
              <a:ext uri="{FF2B5EF4-FFF2-40B4-BE49-F238E27FC236}">
                <a16:creationId xmlns:a16="http://schemas.microsoft.com/office/drawing/2014/main" id="{333E0298-BDCB-2B29-1485-2A79AC31E1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47" t="16012" b="4983"/>
          <a:stretch>
            <a:fillRect/>
          </a:stretch>
        </p:blipFill>
        <p:spPr>
          <a:xfrm>
            <a:off x="6205665" y="0"/>
            <a:ext cx="4329776" cy="300581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861FC50-F85A-883B-BC5C-051DB8FA6233}"/>
              </a:ext>
            </a:extLst>
          </p:cNvPr>
          <p:cNvSpPr txBox="1"/>
          <p:nvPr/>
        </p:nvSpPr>
        <p:spPr>
          <a:xfrm>
            <a:off x="6726021" y="1673457"/>
            <a:ext cx="611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SDC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80E19D3-E6E4-27B4-0A4E-D8333098C49E}"/>
              </a:ext>
            </a:extLst>
          </p:cNvPr>
          <p:cNvCxnSpPr>
            <a:cxnSpLocks/>
          </p:cNvCxnSpPr>
          <p:nvPr/>
        </p:nvCxnSpPr>
        <p:spPr>
          <a:xfrm>
            <a:off x="6698929" y="1381676"/>
            <a:ext cx="0" cy="523791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0C1896-C086-4D34-3EA6-CE01CAAC326C}"/>
              </a:ext>
            </a:extLst>
          </p:cNvPr>
          <p:cNvSpPr txBox="1"/>
          <p:nvPr/>
        </p:nvSpPr>
        <p:spPr>
          <a:xfrm>
            <a:off x="6407188" y="1073899"/>
            <a:ext cx="1129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Dew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5A895C-821E-5482-0562-B723787B1A4F}"/>
              </a:ext>
            </a:extLst>
          </p:cNvPr>
          <p:cNvSpPr txBox="1"/>
          <p:nvPr/>
        </p:nvSpPr>
        <p:spPr>
          <a:xfrm>
            <a:off x="7600118" y="1441220"/>
            <a:ext cx="611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SFC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66A57A-8CFC-5775-0CA4-5BA7CF535D58}"/>
              </a:ext>
            </a:extLst>
          </p:cNvPr>
          <p:cNvCxnSpPr>
            <a:cxnSpLocks/>
          </p:cNvCxnSpPr>
          <p:nvPr/>
        </p:nvCxnSpPr>
        <p:spPr>
          <a:xfrm flipH="1">
            <a:off x="8188309" y="1522326"/>
            <a:ext cx="764844" cy="231633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3C4E9F7-20E6-5C36-FF6F-D4F45C49B786}"/>
              </a:ext>
            </a:extLst>
          </p:cNvPr>
          <p:cNvSpPr txBox="1"/>
          <p:nvPr/>
        </p:nvSpPr>
        <p:spPr>
          <a:xfrm>
            <a:off x="8628378" y="1278589"/>
            <a:ext cx="649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dirty="0">
                <a:solidFill>
                  <a:schemeClr val="bg1"/>
                </a:solidFill>
              </a:rPr>
              <a:t>Ocean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719DFB-B654-33D7-3DEA-32FDCCD27D86}"/>
              </a:ext>
            </a:extLst>
          </p:cNvPr>
          <p:cNvSpPr txBox="1"/>
          <p:nvPr/>
        </p:nvSpPr>
        <p:spPr>
          <a:xfrm>
            <a:off x="8133668" y="1371456"/>
            <a:ext cx="561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pic>
        <p:nvPicPr>
          <p:cNvPr id="48" name="Picture 47" descr="A camera on a pole in the desert&#10;&#10;AI-generated content may be incorrect.">
            <a:extLst>
              <a:ext uri="{FF2B5EF4-FFF2-40B4-BE49-F238E27FC236}">
                <a16:creationId xmlns:a16="http://schemas.microsoft.com/office/drawing/2014/main" id="{D6630BB5-4D93-815F-2828-A456115E81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94" t="13673" r="26050" b="9267"/>
          <a:stretch>
            <a:fillRect/>
          </a:stretch>
        </p:blipFill>
        <p:spPr>
          <a:xfrm>
            <a:off x="9684994" y="394891"/>
            <a:ext cx="773098" cy="112743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D92800F-2290-1709-87C0-A84963DBD906}"/>
              </a:ext>
            </a:extLst>
          </p:cNvPr>
          <p:cNvSpPr txBox="1"/>
          <p:nvPr/>
        </p:nvSpPr>
        <p:spPr>
          <a:xfrm>
            <a:off x="9584821" y="1828717"/>
            <a:ext cx="6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VIS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A865F15-93A7-A6E3-02AD-214D61FA0507}"/>
              </a:ext>
            </a:extLst>
          </p:cNvPr>
          <p:cNvSpPr/>
          <p:nvPr/>
        </p:nvSpPr>
        <p:spPr>
          <a:xfrm>
            <a:off x="9417051" y="1679233"/>
            <a:ext cx="240788" cy="25593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FCF1DFFA-030B-E87D-0133-97E7F8A43C13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9670597" y="1522326"/>
            <a:ext cx="400946" cy="292954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C964B74-2AC4-42BB-CB98-F914CFFCB63D}"/>
              </a:ext>
            </a:extLst>
          </p:cNvPr>
          <p:cNvCxnSpPr>
            <a:cxnSpLocks/>
          </p:cNvCxnSpPr>
          <p:nvPr/>
        </p:nvCxnSpPr>
        <p:spPr>
          <a:xfrm flipH="1">
            <a:off x="8211120" y="1815280"/>
            <a:ext cx="1170907" cy="12065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F9A0A36-5676-9123-EB04-769DF1269768}"/>
              </a:ext>
            </a:extLst>
          </p:cNvPr>
          <p:cNvSpPr txBox="1"/>
          <p:nvPr/>
        </p:nvSpPr>
        <p:spPr>
          <a:xfrm>
            <a:off x="6247615" y="794"/>
            <a:ext cx="174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(C) OYA1211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6BBFAD-44F1-F1F2-A4D2-0E62EFF6F7DD}"/>
              </a:ext>
            </a:extLst>
          </p:cNvPr>
          <p:cNvSpPr txBox="1"/>
          <p:nvPr/>
        </p:nvSpPr>
        <p:spPr>
          <a:xfrm>
            <a:off x="9234160" y="2298765"/>
            <a:ext cx="1385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i="1" dirty="0">
                <a:solidFill>
                  <a:schemeClr val="bg1"/>
                </a:solidFill>
              </a:rPr>
              <a:t>Tillandsia landbeckii</a:t>
            </a:r>
          </a:p>
        </p:txBody>
      </p: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1A37F68B-16BE-4126-2BDC-52060CCB5522}"/>
              </a:ext>
            </a:extLst>
          </p:cNvPr>
          <p:cNvCxnSpPr>
            <a:cxnSpLocks/>
          </p:cNvCxnSpPr>
          <p:nvPr/>
        </p:nvCxnSpPr>
        <p:spPr>
          <a:xfrm flipV="1">
            <a:off x="9889769" y="2631264"/>
            <a:ext cx="218512" cy="149825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A white triangle with a black background&#10;&#10;AI-generated content may be incorrect.">
            <a:extLst>
              <a:ext uri="{FF2B5EF4-FFF2-40B4-BE49-F238E27FC236}">
                <a16:creationId xmlns:a16="http://schemas.microsoft.com/office/drawing/2014/main" id="{B8A9AD99-4C39-6D62-969B-59FA2FB12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197891" y="24728"/>
            <a:ext cx="268471" cy="271556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79E93B6-570A-323F-B3EA-6265CA1B93F5}"/>
              </a:ext>
            </a:extLst>
          </p:cNvPr>
          <p:cNvSpPr txBox="1"/>
          <p:nvPr/>
        </p:nvSpPr>
        <p:spPr>
          <a:xfrm>
            <a:off x="32175" y="13852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738071-7D54-DA09-64F9-D9C91283BC17}"/>
              </a:ext>
            </a:extLst>
          </p:cNvPr>
          <p:cNvSpPr txBox="1"/>
          <p:nvPr/>
        </p:nvSpPr>
        <p:spPr>
          <a:xfrm>
            <a:off x="-86940" y="2967903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/>
              <a:t>(B)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B3D730-1A35-C4DF-A61D-ADBCDEB946A5}"/>
              </a:ext>
            </a:extLst>
          </p:cNvPr>
          <p:cNvSpPr txBox="1"/>
          <p:nvPr/>
        </p:nvSpPr>
        <p:spPr>
          <a:xfrm>
            <a:off x="295290" y="1088683"/>
            <a:ext cx="516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AERP.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D7FA30-1BF9-767C-DC65-E467072C9923}"/>
              </a:ext>
            </a:extLst>
          </p:cNvPr>
          <p:cNvSpPr txBox="1"/>
          <p:nvPr/>
        </p:nvSpPr>
        <p:spPr>
          <a:xfrm>
            <a:off x="585413" y="1517403"/>
            <a:ext cx="734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OYA518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D5AA74-BC1D-F853-93D6-51492580928A}"/>
              </a:ext>
            </a:extLst>
          </p:cNvPr>
          <p:cNvSpPr txBox="1"/>
          <p:nvPr/>
        </p:nvSpPr>
        <p:spPr>
          <a:xfrm>
            <a:off x="2782463" y="2584881"/>
            <a:ext cx="782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OYA780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B69632-2D0A-62BD-DFD0-D1C0B2B5A6A1}"/>
              </a:ext>
            </a:extLst>
          </p:cNvPr>
          <p:cNvSpPr txBox="1"/>
          <p:nvPr/>
        </p:nvSpPr>
        <p:spPr>
          <a:xfrm>
            <a:off x="2696475" y="1827346"/>
            <a:ext cx="782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OYA862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11E4371-D878-26F0-2322-B7C22FB70B61}"/>
              </a:ext>
            </a:extLst>
          </p:cNvPr>
          <p:cNvSpPr txBox="1"/>
          <p:nvPr/>
        </p:nvSpPr>
        <p:spPr>
          <a:xfrm>
            <a:off x="3735277" y="1892641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OYA1069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614977-BCED-2BFD-88C1-102D9A92EEED}"/>
              </a:ext>
            </a:extLst>
          </p:cNvPr>
          <p:cNvSpPr txBox="1"/>
          <p:nvPr/>
        </p:nvSpPr>
        <p:spPr>
          <a:xfrm>
            <a:off x="4754736" y="2042921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OYA1128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B4E405-420E-5AE4-979F-2E6B5FA784C0}"/>
              </a:ext>
            </a:extLst>
          </p:cNvPr>
          <p:cNvSpPr txBox="1"/>
          <p:nvPr/>
        </p:nvSpPr>
        <p:spPr>
          <a:xfrm>
            <a:off x="5128632" y="1775728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OYA1193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C54E65-9532-5845-BA4E-3CAF699E244C}"/>
              </a:ext>
            </a:extLst>
          </p:cNvPr>
          <p:cNvSpPr txBox="1"/>
          <p:nvPr/>
        </p:nvSpPr>
        <p:spPr>
          <a:xfrm>
            <a:off x="4503871" y="1237653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OYA1354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9F41E5-96F1-C5E6-E3BA-DC97C1920B36}"/>
              </a:ext>
            </a:extLst>
          </p:cNvPr>
          <p:cNvSpPr txBox="1"/>
          <p:nvPr/>
        </p:nvSpPr>
        <p:spPr>
          <a:xfrm>
            <a:off x="5354592" y="2052908"/>
            <a:ext cx="902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dirty="0">
                <a:highlight>
                  <a:srgbClr val="C0C0C0"/>
                </a:highlight>
              </a:rPr>
              <a:t>OYA1211</a:t>
            </a:r>
          </a:p>
        </p:txBody>
      </p:sp>
      <p:pic>
        <p:nvPicPr>
          <p:cNvPr id="21" name="Picture 20" descr="A map of chile with a map of the country&#10;&#10;AI-generated content may be incorrect.">
            <a:extLst>
              <a:ext uri="{FF2B5EF4-FFF2-40B4-BE49-F238E27FC236}">
                <a16:creationId xmlns:a16="http://schemas.microsoft.com/office/drawing/2014/main" id="{425E2D63-EBB8-0EF0-DA41-3FC9A1581C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259" y="3035088"/>
            <a:ext cx="2042849" cy="304635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BF578FD-AC62-A366-AA62-5989BD00E4C3}"/>
              </a:ext>
            </a:extLst>
          </p:cNvPr>
          <p:cNvSpPr txBox="1"/>
          <p:nvPr/>
        </p:nvSpPr>
        <p:spPr>
          <a:xfrm>
            <a:off x="6831131" y="3021203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/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870414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912BC-164B-5345-EB92-6B7BB542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a line&#10;&#10;AI-generated content may be incorrect.">
            <a:extLst>
              <a:ext uri="{FF2B5EF4-FFF2-40B4-BE49-F238E27FC236}">
                <a16:creationId xmlns:a16="http://schemas.microsoft.com/office/drawing/2014/main" id="{940CEE23-B07F-7B30-3E1D-84EDD537F1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8"/>
          <a:stretch>
            <a:fillRect/>
          </a:stretch>
        </p:blipFill>
        <p:spPr>
          <a:xfrm>
            <a:off x="82134" y="3021269"/>
            <a:ext cx="10459439" cy="28279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F86519-59E9-7BD0-FA55-ED937F807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75551" cy="301838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2F9663-DB0B-2BD4-C54A-B7DC24C3DE60}"/>
              </a:ext>
            </a:extLst>
          </p:cNvPr>
          <p:cNvCxnSpPr>
            <a:cxnSpLocks/>
          </p:cNvCxnSpPr>
          <p:nvPr/>
        </p:nvCxnSpPr>
        <p:spPr>
          <a:xfrm flipV="1">
            <a:off x="63653" y="-124756"/>
            <a:ext cx="3501409" cy="14052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F079F43-1CF9-7178-AF00-35399318B392}"/>
              </a:ext>
            </a:extLst>
          </p:cNvPr>
          <p:cNvSpPr txBox="1"/>
          <p:nvPr/>
        </p:nvSpPr>
        <p:spPr>
          <a:xfrm rot="20380568">
            <a:off x="2224153" y="25792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-20.48°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04D8A52-23A4-E150-0F1B-8A3089517E4F}"/>
              </a:ext>
            </a:extLst>
          </p:cNvPr>
          <p:cNvSpPr/>
          <p:nvPr/>
        </p:nvSpPr>
        <p:spPr>
          <a:xfrm>
            <a:off x="2552918" y="225915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AF727A-60CB-45F1-4CBD-C351D121CAFF}"/>
              </a:ext>
            </a:extLst>
          </p:cNvPr>
          <p:cNvSpPr/>
          <p:nvPr/>
        </p:nvSpPr>
        <p:spPr>
          <a:xfrm>
            <a:off x="63653" y="1246099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B6818D-5964-4F7D-50C0-8F2B3D013B00}"/>
              </a:ext>
            </a:extLst>
          </p:cNvPr>
          <p:cNvSpPr txBox="1"/>
          <p:nvPr/>
        </p:nvSpPr>
        <p:spPr>
          <a:xfrm rot="20234632">
            <a:off x="-69367" y="948667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-20.53°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93DB5E-114C-CA62-7EA3-C78BC9A52FC2}"/>
              </a:ext>
            </a:extLst>
          </p:cNvPr>
          <p:cNvSpPr txBox="1"/>
          <p:nvPr/>
        </p:nvSpPr>
        <p:spPr>
          <a:xfrm rot="20248899">
            <a:off x="1204883" y="377136"/>
            <a:ext cx="954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Latitude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93EA9D-E352-4F21-079C-CF3DC0868A43}"/>
              </a:ext>
            </a:extLst>
          </p:cNvPr>
          <p:cNvCxnSpPr>
            <a:cxnSpLocks/>
          </p:cNvCxnSpPr>
          <p:nvPr/>
        </p:nvCxnSpPr>
        <p:spPr>
          <a:xfrm>
            <a:off x="3061877" y="-394705"/>
            <a:ext cx="2667777" cy="217179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9DCE459-3119-E407-1B1E-C259A67F0AB1}"/>
              </a:ext>
            </a:extLst>
          </p:cNvPr>
          <p:cNvSpPr/>
          <p:nvPr/>
        </p:nvSpPr>
        <p:spPr>
          <a:xfrm>
            <a:off x="3656973" y="103837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B0D3E6B-0D74-CF22-4CC0-EE90C389B05B}"/>
              </a:ext>
            </a:extLst>
          </p:cNvPr>
          <p:cNvSpPr/>
          <p:nvPr/>
        </p:nvSpPr>
        <p:spPr>
          <a:xfrm>
            <a:off x="5671543" y="1732847"/>
            <a:ext cx="88491" cy="6882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6E930B-DB0E-FE1F-E478-B499738FD576}"/>
              </a:ext>
            </a:extLst>
          </p:cNvPr>
          <p:cNvSpPr txBox="1"/>
          <p:nvPr/>
        </p:nvSpPr>
        <p:spPr>
          <a:xfrm rot="2562208">
            <a:off x="3681825" y="74999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-70.18°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F98FF4-C1C3-B1E3-0960-C0163067B29E}"/>
              </a:ext>
            </a:extLst>
          </p:cNvPr>
          <p:cNvSpPr txBox="1"/>
          <p:nvPr/>
        </p:nvSpPr>
        <p:spPr>
          <a:xfrm rot="2416167">
            <a:off x="5409867" y="1501282"/>
            <a:ext cx="628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-70.06°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78FE06-1CEE-8A4A-E0AD-784F58E6C236}"/>
              </a:ext>
            </a:extLst>
          </p:cNvPr>
          <p:cNvSpPr txBox="1"/>
          <p:nvPr/>
        </p:nvSpPr>
        <p:spPr>
          <a:xfrm rot="2471887">
            <a:off x="4389482" y="779428"/>
            <a:ext cx="954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chemeClr val="bg1"/>
                </a:solidFill>
              </a:rPr>
              <a:t>Longitude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2CE8E4-F890-D775-E693-EEC773209040}"/>
              </a:ext>
            </a:extLst>
          </p:cNvPr>
          <p:cNvCxnSpPr>
            <a:cxnSpLocks/>
          </p:cNvCxnSpPr>
          <p:nvPr/>
        </p:nvCxnSpPr>
        <p:spPr>
          <a:xfrm>
            <a:off x="2346203" y="958609"/>
            <a:ext cx="667463" cy="726142"/>
          </a:xfrm>
          <a:prstGeom prst="straightConnector1">
            <a:avLst/>
          </a:prstGeom>
          <a:ln w="19050">
            <a:solidFill>
              <a:schemeClr val="bg1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AE47E00-1665-A6ED-1BCE-A22327BE942D}"/>
              </a:ext>
            </a:extLst>
          </p:cNvPr>
          <p:cNvSpPr txBox="1"/>
          <p:nvPr/>
        </p:nvSpPr>
        <p:spPr>
          <a:xfrm rot="2852515">
            <a:off x="2329243" y="895998"/>
            <a:ext cx="617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10861E-FD15-C2F0-7244-6A52CFA68D7B}"/>
              </a:ext>
            </a:extLst>
          </p:cNvPr>
          <p:cNvSpPr txBox="1"/>
          <p:nvPr/>
        </p:nvSpPr>
        <p:spPr>
          <a:xfrm>
            <a:off x="632906" y="5024626"/>
            <a:ext cx="686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dirty="0"/>
              <a:t>OYA48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260EB0-34A6-9CBF-A1BA-5400E6615805}"/>
              </a:ext>
            </a:extLst>
          </p:cNvPr>
          <p:cNvSpPr txBox="1"/>
          <p:nvPr/>
        </p:nvSpPr>
        <p:spPr>
          <a:xfrm>
            <a:off x="2068193" y="4356847"/>
            <a:ext cx="9760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dirty="0"/>
              <a:t>OYA518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BA6FFD-2932-6353-4921-E1AAA48A7EB8}"/>
              </a:ext>
            </a:extLst>
          </p:cNvPr>
          <p:cNvSpPr txBox="1"/>
          <p:nvPr/>
        </p:nvSpPr>
        <p:spPr>
          <a:xfrm>
            <a:off x="5195448" y="3915827"/>
            <a:ext cx="10406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dirty="0"/>
              <a:t>OYA780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75EF0F-62DA-77D0-99A3-CB983D902567}"/>
              </a:ext>
            </a:extLst>
          </p:cNvPr>
          <p:cNvSpPr txBox="1"/>
          <p:nvPr/>
        </p:nvSpPr>
        <p:spPr>
          <a:xfrm>
            <a:off x="5922977" y="3792653"/>
            <a:ext cx="10406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dirty="0"/>
              <a:t>OYA862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0EC453-8BBE-86A4-C3C3-F9137E89B0B7}"/>
              </a:ext>
            </a:extLst>
          </p:cNvPr>
          <p:cNvSpPr txBox="1"/>
          <p:nvPr/>
        </p:nvSpPr>
        <p:spPr>
          <a:xfrm>
            <a:off x="7104140" y="3480293"/>
            <a:ext cx="12007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dirty="0"/>
              <a:t>OYA1069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655FF1-6AFF-D144-E065-ACFEA17FAD08}"/>
              </a:ext>
            </a:extLst>
          </p:cNvPr>
          <p:cNvSpPr txBox="1"/>
          <p:nvPr/>
        </p:nvSpPr>
        <p:spPr>
          <a:xfrm>
            <a:off x="8181325" y="3364208"/>
            <a:ext cx="12007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dirty="0"/>
              <a:t>OYA1128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E2E8F3-FF61-0C1F-464A-26579FFC958B}"/>
              </a:ext>
            </a:extLst>
          </p:cNvPr>
          <p:cNvSpPr txBox="1"/>
          <p:nvPr/>
        </p:nvSpPr>
        <p:spPr>
          <a:xfrm>
            <a:off x="8730066" y="3129783"/>
            <a:ext cx="120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dirty="0"/>
              <a:t>OYA</a:t>
            </a:r>
          </a:p>
          <a:p>
            <a:r>
              <a:rPr lang="en-CL" sz="900" b="1" dirty="0"/>
              <a:t>1193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5AED69-779D-449B-0680-680145AC7D66}"/>
              </a:ext>
            </a:extLst>
          </p:cNvPr>
          <p:cNvSpPr txBox="1"/>
          <p:nvPr/>
        </p:nvSpPr>
        <p:spPr>
          <a:xfrm>
            <a:off x="9133352" y="3130452"/>
            <a:ext cx="120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dirty="0"/>
              <a:t>OYA</a:t>
            </a:r>
          </a:p>
          <a:p>
            <a:r>
              <a:rPr lang="en-CL" sz="900" b="1" dirty="0"/>
              <a:t>1211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E4B5B9-3AF7-6F78-0F87-2D0F355266AE}"/>
              </a:ext>
            </a:extLst>
          </p:cNvPr>
          <p:cNvSpPr txBox="1"/>
          <p:nvPr/>
        </p:nvSpPr>
        <p:spPr>
          <a:xfrm>
            <a:off x="9859965" y="3052672"/>
            <a:ext cx="12007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dirty="0"/>
              <a:t>OYA1354</a:t>
            </a:r>
          </a:p>
        </p:txBody>
      </p:sp>
      <p:pic>
        <p:nvPicPr>
          <p:cNvPr id="40" name="Picture 39" descr="A long shot of a desert&#10;&#10;AI-generated content may be incorrect.">
            <a:extLst>
              <a:ext uri="{FF2B5EF4-FFF2-40B4-BE49-F238E27FC236}">
                <a16:creationId xmlns:a16="http://schemas.microsoft.com/office/drawing/2014/main" id="{2B4F0853-D096-795D-CA38-70FAD857DB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47" t="16012" b="4983"/>
          <a:stretch>
            <a:fillRect/>
          </a:stretch>
        </p:blipFill>
        <p:spPr>
          <a:xfrm>
            <a:off x="6205665" y="0"/>
            <a:ext cx="4329776" cy="300581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2F37F45-1151-FBE1-C566-A73C083407A8}"/>
              </a:ext>
            </a:extLst>
          </p:cNvPr>
          <p:cNvSpPr txBox="1"/>
          <p:nvPr/>
        </p:nvSpPr>
        <p:spPr>
          <a:xfrm>
            <a:off x="6726021" y="1673457"/>
            <a:ext cx="611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SDC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DD33BFE-987C-7A3C-4B43-08108B8CBE8D}"/>
              </a:ext>
            </a:extLst>
          </p:cNvPr>
          <p:cNvCxnSpPr>
            <a:cxnSpLocks/>
          </p:cNvCxnSpPr>
          <p:nvPr/>
        </p:nvCxnSpPr>
        <p:spPr>
          <a:xfrm>
            <a:off x="6698929" y="1381676"/>
            <a:ext cx="0" cy="523791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6DAACD7-CD08-A592-CC8D-074379AAC286}"/>
              </a:ext>
            </a:extLst>
          </p:cNvPr>
          <p:cNvSpPr txBox="1"/>
          <p:nvPr/>
        </p:nvSpPr>
        <p:spPr>
          <a:xfrm>
            <a:off x="6407188" y="1073899"/>
            <a:ext cx="1129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Dew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8042F9-A173-1CC5-B457-14BE5515F557}"/>
              </a:ext>
            </a:extLst>
          </p:cNvPr>
          <p:cNvSpPr txBox="1"/>
          <p:nvPr/>
        </p:nvSpPr>
        <p:spPr>
          <a:xfrm>
            <a:off x="7600118" y="1441220"/>
            <a:ext cx="611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SFC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376C02B-A7DC-3528-978A-07DEF8D4297D}"/>
              </a:ext>
            </a:extLst>
          </p:cNvPr>
          <p:cNvCxnSpPr>
            <a:cxnSpLocks/>
          </p:cNvCxnSpPr>
          <p:nvPr/>
        </p:nvCxnSpPr>
        <p:spPr>
          <a:xfrm flipH="1">
            <a:off x="8188309" y="1522326"/>
            <a:ext cx="764844" cy="231633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5C13303-EE8F-7288-7FCF-53223A832954}"/>
              </a:ext>
            </a:extLst>
          </p:cNvPr>
          <p:cNvSpPr txBox="1"/>
          <p:nvPr/>
        </p:nvSpPr>
        <p:spPr>
          <a:xfrm>
            <a:off x="8628378" y="1278589"/>
            <a:ext cx="649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dirty="0">
                <a:solidFill>
                  <a:schemeClr val="bg1"/>
                </a:solidFill>
              </a:rPr>
              <a:t>Ocean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8232D7-5CA2-3523-878F-CDB88E20CEEB}"/>
              </a:ext>
            </a:extLst>
          </p:cNvPr>
          <p:cNvSpPr txBox="1"/>
          <p:nvPr/>
        </p:nvSpPr>
        <p:spPr>
          <a:xfrm>
            <a:off x="8133668" y="1371456"/>
            <a:ext cx="561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Fog</a:t>
            </a:r>
          </a:p>
        </p:txBody>
      </p:sp>
      <p:pic>
        <p:nvPicPr>
          <p:cNvPr id="48" name="Picture 47" descr="A camera on a pole in the desert&#10;&#10;AI-generated content may be incorrect.">
            <a:extLst>
              <a:ext uri="{FF2B5EF4-FFF2-40B4-BE49-F238E27FC236}">
                <a16:creationId xmlns:a16="http://schemas.microsoft.com/office/drawing/2014/main" id="{801453B1-B9EF-9498-5861-CB4FCD3383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94" t="13673" r="26050" b="9267"/>
          <a:stretch>
            <a:fillRect/>
          </a:stretch>
        </p:blipFill>
        <p:spPr>
          <a:xfrm>
            <a:off x="9684994" y="394891"/>
            <a:ext cx="773098" cy="112743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AC23A47-4098-998D-0ACB-86588919B7A1}"/>
              </a:ext>
            </a:extLst>
          </p:cNvPr>
          <p:cNvSpPr txBox="1"/>
          <p:nvPr/>
        </p:nvSpPr>
        <p:spPr>
          <a:xfrm>
            <a:off x="9584821" y="1828717"/>
            <a:ext cx="6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b="1" dirty="0">
                <a:solidFill>
                  <a:schemeClr val="bg1"/>
                </a:solidFill>
                <a:highlight>
                  <a:srgbClr val="C0C0C0"/>
                </a:highlight>
              </a:rPr>
              <a:t>VIS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B449FA3-698D-3C5B-23E5-EB5AAD9D2C82}"/>
              </a:ext>
            </a:extLst>
          </p:cNvPr>
          <p:cNvSpPr/>
          <p:nvPr/>
        </p:nvSpPr>
        <p:spPr>
          <a:xfrm>
            <a:off x="9417051" y="1679233"/>
            <a:ext cx="240788" cy="25593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B97BD6EE-3ACA-969F-AC36-3A416F30E935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9670597" y="1522326"/>
            <a:ext cx="400946" cy="292954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6987CC0-22DA-DA58-9A65-89343CD28FD8}"/>
              </a:ext>
            </a:extLst>
          </p:cNvPr>
          <p:cNvCxnSpPr>
            <a:cxnSpLocks/>
          </p:cNvCxnSpPr>
          <p:nvPr/>
        </p:nvCxnSpPr>
        <p:spPr>
          <a:xfrm flipH="1">
            <a:off x="8211120" y="1815280"/>
            <a:ext cx="1170907" cy="12065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15168BB-CFEC-EA54-1761-21DF640BC7A7}"/>
              </a:ext>
            </a:extLst>
          </p:cNvPr>
          <p:cNvSpPr txBox="1"/>
          <p:nvPr/>
        </p:nvSpPr>
        <p:spPr>
          <a:xfrm>
            <a:off x="6247615" y="794"/>
            <a:ext cx="174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(C) OYA1211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2EEAD1-E461-CAE5-91F2-F61E5920A481}"/>
              </a:ext>
            </a:extLst>
          </p:cNvPr>
          <p:cNvSpPr txBox="1"/>
          <p:nvPr/>
        </p:nvSpPr>
        <p:spPr>
          <a:xfrm>
            <a:off x="9234160" y="2298765"/>
            <a:ext cx="1385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900" b="1" i="1" dirty="0">
                <a:solidFill>
                  <a:schemeClr val="bg1"/>
                </a:solidFill>
              </a:rPr>
              <a:t>Tillandsia landbeckii</a:t>
            </a:r>
          </a:p>
        </p:txBody>
      </p: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1AF0EF6E-A3AE-C6F8-4707-9F8C5D3C1466}"/>
              </a:ext>
            </a:extLst>
          </p:cNvPr>
          <p:cNvCxnSpPr>
            <a:cxnSpLocks/>
          </p:cNvCxnSpPr>
          <p:nvPr/>
        </p:nvCxnSpPr>
        <p:spPr>
          <a:xfrm flipV="1">
            <a:off x="9889769" y="2631264"/>
            <a:ext cx="218512" cy="149825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A white triangle with a black background&#10;&#10;AI-generated content may be incorrect.">
            <a:extLst>
              <a:ext uri="{FF2B5EF4-FFF2-40B4-BE49-F238E27FC236}">
                <a16:creationId xmlns:a16="http://schemas.microsoft.com/office/drawing/2014/main" id="{64CD85C0-7654-BDA9-18E7-9691D20D8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197891" y="24728"/>
            <a:ext cx="268471" cy="271556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B64E8A5D-432E-1F39-5D2A-47AC927C3984}"/>
              </a:ext>
            </a:extLst>
          </p:cNvPr>
          <p:cNvSpPr txBox="1"/>
          <p:nvPr/>
        </p:nvSpPr>
        <p:spPr>
          <a:xfrm>
            <a:off x="32175" y="13852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F345203-6B34-F36B-A26C-ACE73A2DBEDB}"/>
              </a:ext>
            </a:extLst>
          </p:cNvPr>
          <p:cNvSpPr txBox="1"/>
          <p:nvPr/>
        </p:nvSpPr>
        <p:spPr>
          <a:xfrm>
            <a:off x="-86940" y="2967903"/>
            <a:ext cx="240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/>
              <a:t>(B)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D39E7A-C4BE-826E-F6B7-1A2247701ECE}"/>
              </a:ext>
            </a:extLst>
          </p:cNvPr>
          <p:cNvSpPr txBox="1"/>
          <p:nvPr/>
        </p:nvSpPr>
        <p:spPr>
          <a:xfrm>
            <a:off x="295289" y="1088683"/>
            <a:ext cx="6058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b="1" dirty="0">
                <a:solidFill>
                  <a:schemeClr val="bg1"/>
                </a:solidFill>
                <a:highlight>
                  <a:srgbClr val="1375D1"/>
                </a:highlight>
              </a:rPr>
              <a:t>OYA48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3C5635-46D2-99AF-0777-B8B45EE9D86F}"/>
              </a:ext>
            </a:extLst>
          </p:cNvPr>
          <p:cNvSpPr txBox="1"/>
          <p:nvPr/>
        </p:nvSpPr>
        <p:spPr>
          <a:xfrm>
            <a:off x="585413" y="1517403"/>
            <a:ext cx="8614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b="1" dirty="0">
                <a:solidFill>
                  <a:schemeClr val="bg1"/>
                </a:solidFill>
                <a:highlight>
                  <a:srgbClr val="1375D1"/>
                </a:highlight>
              </a:rPr>
              <a:t>OYA518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082810-D332-1E00-B264-9A750340A92F}"/>
              </a:ext>
            </a:extLst>
          </p:cNvPr>
          <p:cNvSpPr txBox="1"/>
          <p:nvPr/>
        </p:nvSpPr>
        <p:spPr>
          <a:xfrm>
            <a:off x="2782463" y="2584881"/>
            <a:ext cx="9184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b="1" dirty="0">
                <a:solidFill>
                  <a:schemeClr val="bg1"/>
                </a:solidFill>
                <a:highlight>
                  <a:srgbClr val="1375D1"/>
                </a:highlight>
              </a:rPr>
              <a:t>OYA780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A6FF26-0DF3-1F92-1EF6-BE28E881847D}"/>
              </a:ext>
            </a:extLst>
          </p:cNvPr>
          <p:cNvSpPr txBox="1"/>
          <p:nvPr/>
        </p:nvSpPr>
        <p:spPr>
          <a:xfrm>
            <a:off x="2696475" y="1827346"/>
            <a:ext cx="9184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b="1" dirty="0">
                <a:solidFill>
                  <a:schemeClr val="bg1"/>
                </a:solidFill>
                <a:highlight>
                  <a:srgbClr val="1375D1"/>
                </a:highlight>
              </a:rPr>
              <a:t>OYA862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441745-4148-5959-D7EB-24DEDBDD63AF}"/>
              </a:ext>
            </a:extLst>
          </p:cNvPr>
          <p:cNvSpPr txBox="1"/>
          <p:nvPr/>
        </p:nvSpPr>
        <p:spPr>
          <a:xfrm>
            <a:off x="3735276" y="1892641"/>
            <a:ext cx="10596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b="1" dirty="0">
                <a:solidFill>
                  <a:schemeClr val="bg1"/>
                </a:solidFill>
                <a:highlight>
                  <a:srgbClr val="1375D1"/>
                </a:highlight>
              </a:rPr>
              <a:t>OYA1069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319DEC-209B-2B92-4B7E-18DDC980D216}"/>
              </a:ext>
            </a:extLst>
          </p:cNvPr>
          <p:cNvSpPr txBox="1"/>
          <p:nvPr/>
        </p:nvSpPr>
        <p:spPr>
          <a:xfrm>
            <a:off x="4754735" y="2042921"/>
            <a:ext cx="10596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b="1" dirty="0">
                <a:solidFill>
                  <a:schemeClr val="bg1"/>
                </a:solidFill>
                <a:highlight>
                  <a:srgbClr val="1375D1"/>
                </a:highlight>
              </a:rPr>
              <a:t>OYA1128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D98483-E86F-1D7B-A456-98E303580CAD}"/>
              </a:ext>
            </a:extLst>
          </p:cNvPr>
          <p:cNvSpPr txBox="1"/>
          <p:nvPr/>
        </p:nvSpPr>
        <p:spPr>
          <a:xfrm>
            <a:off x="5128631" y="1775728"/>
            <a:ext cx="10596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b="1" dirty="0">
                <a:solidFill>
                  <a:schemeClr val="bg1"/>
                </a:solidFill>
                <a:highlight>
                  <a:srgbClr val="1375D1"/>
                </a:highlight>
              </a:rPr>
              <a:t>OYA1193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375C91-94F9-5C2A-1D28-FFE8D2443E56}"/>
              </a:ext>
            </a:extLst>
          </p:cNvPr>
          <p:cNvSpPr txBox="1"/>
          <p:nvPr/>
        </p:nvSpPr>
        <p:spPr>
          <a:xfrm>
            <a:off x="4503870" y="1237653"/>
            <a:ext cx="10596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b="1" dirty="0">
                <a:solidFill>
                  <a:schemeClr val="bg1"/>
                </a:solidFill>
                <a:highlight>
                  <a:srgbClr val="1375D1"/>
                </a:highlight>
              </a:rPr>
              <a:t>OYA1354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31151C-E9FC-377D-F99B-FD7CE69BADAF}"/>
              </a:ext>
            </a:extLst>
          </p:cNvPr>
          <p:cNvSpPr txBox="1"/>
          <p:nvPr/>
        </p:nvSpPr>
        <p:spPr>
          <a:xfrm>
            <a:off x="5354591" y="2052908"/>
            <a:ext cx="10596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800" b="1" dirty="0">
                <a:solidFill>
                  <a:schemeClr val="bg1"/>
                </a:solidFill>
                <a:highlight>
                  <a:srgbClr val="1375D1"/>
                </a:highlight>
              </a:rPr>
              <a:t>OYA1211</a:t>
            </a:r>
          </a:p>
        </p:txBody>
      </p:sp>
    </p:spTree>
    <p:extLst>
      <p:ext uri="{BB962C8B-B14F-4D97-AF65-F5344CB8AC3E}">
        <p14:creationId xmlns:p14="http://schemas.microsoft.com/office/powerpoint/2010/main" val="2065623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5891D-EDD4-0025-3C4B-9E6DE8D0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1A4B-60B8-515A-0BFD-664616B7D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D5EA46-A87D-8ADF-11D6-4A3907C0F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83451"/>
            <a:ext cx="7772400" cy="489109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806CAE-D997-DF61-688B-8759811F6C58}"/>
              </a:ext>
            </a:extLst>
          </p:cNvPr>
          <p:cNvCxnSpPr/>
          <p:nvPr/>
        </p:nvCxnSpPr>
        <p:spPr>
          <a:xfrm>
            <a:off x="2423886" y="5515429"/>
            <a:ext cx="725714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D1B1BD-1BAF-01A7-BEB3-EC65DED2D774}"/>
              </a:ext>
            </a:extLst>
          </p:cNvPr>
          <p:cNvSpPr txBox="1"/>
          <p:nvPr/>
        </p:nvSpPr>
        <p:spPr>
          <a:xfrm>
            <a:off x="5283200" y="5146097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>
                <a:solidFill>
                  <a:schemeClr val="bg1"/>
                </a:solidFill>
              </a:rPr>
              <a:t>LATITUD</a:t>
            </a:r>
          </a:p>
        </p:txBody>
      </p:sp>
    </p:spTree>
    <p:extLst>
      <p:ext uri="{BB962C8B-B14F-4D97-AF65-F5344CB8AC3E}">
        <p14:creationId xmlns:p14="http://schemas.microsoft.com/office/powerpoint/2010/main" val="4148256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34872-778E-C7EE-BB33-A52F2247C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ng shot of a desert&#10;&#10;AI-generated content may be incorrect.">
            <a:extLst>
              <a:ext uri="{FF2B5EF4-FFF2-40B4-BE49-F238E27FC236}">
                <a16:creationId xmlns:a16="http://schemas.microsoft.com/office/drawing/2014/main" id="{48A49C34-A219-A89D-2800-C798EE086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47" t="16012" b="4983"/>
          <a:stretch>
            <a:fillRect/>
          </a:stretch>
        </p:blipFill>
        <p:spPr>
          <a:xfrm>
            <a:off x="14868" y="101600"/>
            <a:ext cx="9878712" cy="6858000"/>
          </a:xfrm>
          <a:prstGeom prst="rect">
            <a:avLst/>
          </a:prstGeom>
        </p:spPr>
      </p:pic>
      <p:pic>
        <p:nvPicPr>
          <p:cNvPr id="5" name="Picture 4" descr="A camera on a pole in the desert&#10;&#10;AI-generated content may be incorrect.">
            <a:extLst>
              <a:ext uri="{FF2B5EF4-FFF2-40B4-BE49-F238E27FC236}">
                <a16:creationId xmlns:a16="http://schemas.microsoft.com/office/drawing/2014/main" id="{E85325FB-DE11-EF48-547C-1D143628C2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4" t="13673" r="26050" b="9267"/>
          <a:stretch>
            <a:fillRect/>
          </a:stretch>
        </p:blipFill>
        <p:spPr>
          <a:xfrm>
            <a:off x="7750098" y="172186"/>
            <a:ext cx="1906859" cy="278083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33BF0E-B9F4-6C54-2A69-4F905345760B}"/>
              </a:ext>
            </a:extLst>
          </p:cNvPr>
          <p:cNvSpPr txBox="1"/>
          <p:nvPr/>
        </p:nvSpPr>
        <p:spPr>
          <a:xfrm>
            <a:off x="758283" y="4170557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  <a:highlight>
                  <a:srgbClr val="C0C0C0"/>
                </a:highlight>
              </a:rPr>
              <a:t>SDC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410ED9-7009-D1F8-DE62-27CB8BEA6CD9}"/>
              </a:ext>
            </a:extLst>
          </p:cNvPr>
          <p:cNvSpPr txBox="1"/>
          <p:nvPr/>
        </p:nvSpPr>
        <p:spPr>
          <a:xfrm>
            <a:off x="3464313" y="3586976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  <a:highlight>
                  <a:srgbClr val="C0C0C0"/>
                </a:highlight>
              </a:rPr>
              <a:t>SFC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D7B7A-35D6-440B-E0D7-093B3041FD6F}"/>
              </a:ext>
            </a:extLst>
          </p:cNvPr>
          <p:cNvSpPr txBox="1"/>
          <p:nvPr/>
        </p:nvSpPr>
        <p:spPr>
          <a:xfrm>
            <a:off x="7292898" y="3586976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  <a:highlight>
                  <a:srgbClr val="C0C0C0"/>
                </a:highlight>
              </a:rPr>
              <a:t>VIS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947F73-1D2B-991C-68C4-05178E9A3C49}"/>
              </a:ext>
            </a:extLst>
          </p:cNvPr>
          <p:cNvSpPr/>
          <p:nvPr/>
        </p:nvSpPr>
        <p:spPr>
          <a:xfrm>
            <a:off x="7292898" y="3956308"/>
            <a:ext cx="546409" cy="48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1182C146-876E-5584-A444-92C602F0F65A}"/>
              </a:ext>
            </a:extLst>
          </p:cNvPr>
          <p:cNvCxnSpPr>
            <a:stCxn id="11" idx="6"/>
          </p:cNvCxnSpPr>
          <p:nvPr/>
        </p:nvCxnSpPr>
        <p:spPr>
          <a:xfrm flipV="1">
            <a:off x="7839307" y="2953023"/>
            <a:ext cx="864220" cy="1244224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DBBF99C-20CB-2E02-44F5-584774CDEB3D}"/>
              </a:ext>
            </a:extLst>
          </p:cNvPr>
          <p:cNvCxnSpPr>
            <a:cxnSpLocks/>
          </p:cNvCxnSpPr>
          <p:nvPr/>
        </p:nvCxnSpPr>
        <p:spPr>
          <a:xfrm flipH="1">
            <a:off x="4074564" y="3964682"/>
            <a:ext cx="2264904" cy="186844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372557-B34B-9B53-B564-777E8FBC7B8E}"/>
              </a:ext>
            </a:extLst>
          </p:cNvPr>
          <p:cNvSpPr txBox="1"/>
          <p:nvPr/>
        </p:nvSpPr>
        <p:spPr>
          <a:xfrm>
            <a:off x="6053370" y="3766131"/>
            <a:ext cx="1360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dirty="0">
                <a:solidFill>
                  <a:schemeClr val="bg1"/>
                </a:solidFill>
              </a:rPr>
              <a:t>Oceano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77EF58-4D34-BA9F-F2A7-5187C3F6FDE8}"/>
              </a:ext>
            </a:extLst>
          </p:cNvPr>
          <p:cNvCxnSpPr>
            <a:cxnSpLocks/>
          </p:cNvCxnSpPr>
          <p:nvPr/>
        </p:nvCxnSpPr>
        <p:spPr>
          <a:xfrm flipH="1">
            <a:off x="6397102" y="4170557"/>
            <a:ext cx="1132452" cy="21361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2B9B1C-E206-3CA3-106A-6E803EC6E4E8}"/>
              </a:ext>
            </a:extLst>
          </p:cNvPr>
          <p:cNvCxnSpPr>
            <a:cxnSpLocks/>
          </p:cNvCxnSpPr>
          <p:nvPr/>
        </p:nvCxnSpPr>
        <p:spPr>
          <a:xfrm>
            <a:off x="1092899" y="3575135"/>
            <a:ext cx="0" cy="553694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526682E-AC9C-FECE-3A7F-01CFC454B897}"/>
              </a:ext>
            </a:extLst>
          </p:cNvPr>
          <p:cNvSpPr txBox="1"/>
          <p:nvPr/>
        </p:nvSpPr>
        <p:spPr>
          <a:xfrm>
            <a:off x="1090645" y="3704575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Rocío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770FF5-AADD-B777-3312-FF7AF62700E6}"/>
              </a:ext>
            </a:extLst>
          </p:cNvPr>
          <p:cNvSpPr txBox="1"/>
          <p:nvPr/>
        </p:nvSpPr>
        <p:spPr>
          <a:xfrm rot="21325976">
            <a:off x="4526929" y="3819795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Niebla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DAF1FD5-69EA-7096-ED35-D250EAD35DDD}"/>
              </a:ext>
            </a:extLst>
          </p:cNvPr>
          <p:cNvSpPr/>
          <p:nvPr/>
        </p:nvSpPr>
        <p:spPr>
          <a:xfrm>
            <a:off x="6325757" y="3941132"/>
            <a:ext cx="48720" cy="471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70ACD4-CD80-B1D9-0D36-0FFED294062B}"/>
              </a:ext>
            </a:extLst>
          </p:cNvPr>
          <p:cNvSpPr txBox="1"/>
          <p:nvPr/>
        </p:nvSpPr>
        <p:spPr>
          <a:xfrm>
            <a:off x="8125132" y="5819520"/>
            <a:ext cx="16688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b="1" i="1" dirty="0">
                <a:solidFill>
                  <a:schemeClr val="bg1"/>
                </a:solidFill>
              </a:rPr>
              <a:t>Tillandsia landbeckii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F86D57A-4ED4-2B15-8E14-E011E733C78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58587" y="6088377"/>
            <a:ext cx="425604" cy="313556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42705F-4565-F956-09E2-6BB059322520}"/>
              </a:ext>
            </a:extLst>
          </p:cNvPr>
          <p:cNvSpPr txBox="1"/>
          <p:nvPr/>
        </p:nvSpPr>
        <p:spPr>
          <a:xfrm>
            <a:off x="2739914" y="172186"/>
            <a:ext cx="399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Estación OYA1211, Cerro Oyarbide</a:t>
            </a:r>
          </a:p>
        </p:txBody>
      </p:sp>
      <p:pic>
        <p:nvPicPr>
          <p:cNvPr id="15" name="Picture 14" descr="A white triangle with a black background&#10;&#10;AI-generated content may be incorrect.">
            <a:extLst>
              <a:ext uri="{FF2B5EF4-FFF2-40B4-BE49-F238E27FC236}">
                <a16:creationId xmlns:a16="http://schemas.microsoft.com/office/drawing/2014/main" id="{9A2C1784-E719-AB3F-1BF7-B5737F247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2592" y="169266"/>
            <a:ext cx="508106" cy="51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19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DAD6A66-970A-5AF4-6EF1-A49EFF622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6650"/>
            <a:ext cx="12192000" cy="45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75467B-D5A9-7673-493D-3AE8A5F86706}"/>
              </a:ext>
            </a:extLst>
          </p:cNvPr>
          <p:cNvSpPr/>
          <p:nvPr/>
        </p:nvSpPr>
        <p:spPr>
          <a:xfrm>
            <a:off x="853110" y="863542"/>
            <a:ext cx="11212830" cy="42405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FF73F4-8F6E-3FE8-0D44-9E1B9BC9FF8A}"/>
              </a:ext>
            </a:extLst>
          </p:cNvPr>
          <p:cNvCxnSpPr/>
          <p:nvPr/>
        </p:nvCxnSpPr>
        <p:spPr>
          <a:xfrm>
            <a:off x="834390" y="4011930"/>
            <a:ext cx="11212830" cy="0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FBBC69-6143-46DA-AA71-D4E39ABF55CF}"/>
              </a:ext>
            </a:extLst>
          </p:cNvPr>
          <p:cNvCxnSpPr/>
          <p:nvPr/>
        </p:nvCxnSpPr>
        <p:spPr>
          <a:xfrm>
            <a:off x="834390" y="4987290"/>
            <a:ext cx="11212830" cy="0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B67CB0-E2C7-6EF7-F2A2-F1C27FB98791}"/>
              </a:ext>
            </a:extLst>
          </p:cNvPr>
          <p:cNvCxnSpPr/>
          <p:nvPr/>
        </p:nvCxnSpPr>
        <p:spPr>
          <a:xfrm>
            <a:off x="834390" y="3262664"/>
            <a:ext cx="11212830" cy="0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EB4CBF-F756-DBC3-03A1-C8A7052D6539}"/>
              </a:ext>
            </a:extLst>
          </p:cNvPr>
          <p:cNvCxnSpPr/>
          <p:nvPr/>
        </p:nvCxnSpPr>
        <p:spPr>
          <a:xfrm>
            <a:off x="834390" y="3429000"/>
            <a:ext cx="11212830" cy="0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55ACE8-F7D0-74F2-9841-D1CB63E6F720}"/>
              </a:ext>
            </a:extLst>
          </p:cNvPr>
          <p:cNvCxnSpPr/>
          <p:nvPr/>
        </p:nvCxnSpPr>
        <p:spPr>
          <a:xfrm>
            <a:off x="834390" y="3000375"/>
            <a:ext cx="11212830" cy="0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073D45-F70B-50D9-8B5C-A2E1BDD7FEDE}"/>
              </a:ext>
            </a:extLst>
          </p:cNvPr>
          <p:cNvCxnSpPr/>
          <p:nvPr/>
        </p:nvCxnSpPr>
        <p:spPr>
          <a:xfrm>
            <a:off x="834390" y="2224800"/>
            <a:ext cx="11212830" cy="0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5EED30-23BF-8759-5D0F-9167B6F7DA08}"/>
              </a:ext>
            </a:extLst>
          </p:cNvPr>
          <p:cNvCxnSpPr/>
          <p:nvPr/>
        </p:nvCxnSpPr>
        <p:spPr>
          <a:xfrm>
            <a:off x="834390" y="2620268"/>
            <a:ext cx="11212830" cy="0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765BC16-C3DE-BB9A-6D47-EF770977D2BA}"/>
              </a:ext>
            </a:extLst>
          </p:cNvPr>
          <p:cNvCxnSpPr/>
          <p:nvPr/>
        </p:nvCxnSpPr>
        <p:spPr>
          <a:xfrm>
            <a:off x="834390" y="2888415"/>
            <a:ext cx="11212830" cy="0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B1862DA-331C-604B-772A-3B6497F058EC}"/>
              </a:ext>
            </a:extLst>
          </p:cNvPr>
          <p:cNvCxnSpPr/>
          <p:nvPr/>
        </p:nvCxnSpPr>
        <p:spPr>
          <a:xfrm>
            <a:off x="834390" y="2763023"/>
            <a:ext cx="11212830" cy="0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20410CD-C9C2-4008-2E80-CCAAEB66D27F}"/>
                  </a:ext>
                </a:extLst>
              </p14:cNvPr>
              <p14:cNvContentPartPr/>
              <p14:nvPr/>
            </p14:nvContentPartPr>
            <p14:xfrm>
              <a:off x="1690997" y="4999284"/>
              <a:ext cx="582480" cy="141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20410CD-C9C2-4008-2E80-CCAAEB66D2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4877" y="4961844"/>
                <a:ext cx="5947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4A7B57-3B90-CE6C-35FA-68BC6B927B57}"/>
                  </a:ext>
                </a:extLst>
              </p14:cNvPr>
              <p14:cNvContentPartPr/>
              <p14:nvPr/>
            </p14:nvContentPartPr>
            <p14:xfrm>
              <a:off x="2252597" y="4070484"/>
              <a:ext cx="2343960" cy="942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4A7B57-3B90-CE6C-35FA-68BC6B927B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46477" y="4033044"/>
                <a:ext cx="2356200" cy="10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F100765-1217-E8CA-DFDB-7B424550E532}"/>
                  </a:ext>
                </a:extLst>
              </p14:cNvPr>
              <p14:cNvContentPartPr/>
              <p14:nvPr/>
            </p14:nvContentPartPr>
            <p14:xfrm>
              <a:off x="4656317" y="3297924"/>
              <a:ext cx="3125880" cy="7408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F100765-1217-E8CA-DFDB-7B424550E5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0197" y="3260484"/>
                <a:ext cx="3138120" cy="81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41720C29-B761-3D9D-5567-8F868B745AA3}"/>
              </a:ext>
            </a:extLst>
          </p:cNvPr>
          <p:cNvGrpSpPr/>
          <p:nvPr/>
        </p:nvGrpSpPr>
        <p:grpSpPr>
          <a:xfrm>
            <a:off x="7804517" y="3053484"/>
            <a:ext cx="1443240" cy="404280"/>
            <a:chOff x="7804517" y="3053484"/>
            <a:chExt cx="1443240" cy="4042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5E735C4-6E2E-70F4-9310-2A8DA0F88F8D}"/>
                    </a:ext>
                  </a:extLst>
                </p14:cNvPr>
                <p14:cNvContentPartPr/>
                <p14:nvPr/>
              </p14:nvContentPartPr>
              <p14:xfrm>
                <a:off x="7804517" y="3257604"/>
                <a:ext cx="691560" cy="174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5E735C4-6E2E-70F4-9310-2A8DA0F88F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98397" y="3220164"/>
                  <a:ext cx="703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73D2D6B-EA20-4D98-9282-98CBDC60881E}"/>
                    </a:ext>
                  </a:extLst>
                </p14:cNvPr>
                <p14:cNvContentPartPr/>
                <p14:nvPr/>
              </p14:nvContentPartPr>
              <p14:xfrm>
                <a:off x="8506877" y="3053484"/>
                <a:ext cx="740880" cy="404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73D2D6B-EA20-4D98-9282-98CBDC60881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00757" y="3016044"/>
                  <a:ext cx="753120" cy="47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0C45FCE-1922-E5EA-CF9C-DA01E7645A94}"/>
                  </a:ext>
                </a:extLst>
              </p14:cNvPr>
              <p14:cNvContentPartPr/>
              <p14:nvPr/>
            </p14:nvContentPartPr>
            <p14:xfrm>
              <a:off x="9255677" y="2274084"/>
              <a:ext cx="664920" cy="790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0C45FCE-1922-E5EA-CF9C-DA01E7645A9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49557" y="2236644"/>
                <a:ext cx="677160" cy="86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24633133-AD3C-2FE7-0C83-28948A60F4B1}"/>
              </a:ext>
            </a:extLst>
          </p:cNvPr>
          <p:cNvGrpSpPr/>
          <p:nvPr/>
        </p:nvGrpSpPr>
        <p:grpSpPr>
          <a:xfrm>
            <a:off x="9970997" y="2221884"/>
            <a:ext cx="1477440" cy="676800"/>
            <a:chOff x="9970997" y="2221884"/>
            <a:chExt cx="1477440" cy="6768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936F3D8-A7AB-DC2B-7183-D8482EE086C2}"/>
                    </a:ext>
                  </a:extLst>
                </p14:cNvPr>
                <p14:cNvContentPartPr/>
                <p14:nvPr/>
              </p14:nvContentPartPr>
              <p14:xfrm>
                <a:off x="9970997" y="2221884"/>
                <a:ext cx="838080" cy="642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936F3D8-A7AB-DC2B-7183-D8482EE086C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64877" y="2184084"/>
                  <a:ext cx="85032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8064EE4-7511-174A-44D8-5893B4AF19BB}"/>
                    </a:ext>
                  </a:extLst>
                </p14:cNvPr>
                <p14:cNvContentPartPr/>
                <p14:nvPr/>
              </p14:nvContentPartPr>
              <p14:xfrm>
                <a:off x="10845077" y="2664324"/>
                <a:ext cx="410400" cy="234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8064EE4-7511-174A-44D8-5893B4AF19B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38957" y="2626524"/>
                  <a:ext cx="4226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32899A1-3B8A-8C65-A008-82BB5320207B}"/>
                    </a:ext>
                  </a:extLst>
                </p14:cNvPr>
                <p14:cNvContentPartPr/>
                <p14:nvPr/>
              </p14:nvContentPartPr>
              <p14:xfrm>
                <a:off x="11301917" y="2638764"/>
                <a:ext cx="146520" cy="149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32899A1-3B8A-8C65-A008-82BB5320207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295797" y="2600964"/>
                  <a:ext cx="158760" cy="22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905E99D-0119-CC04-ADB4-91A6AA12E11F}"/>
                  </a:ext>
                </a:extLst>
              </p14:cNvPr>
              <p14:cNvContentPartPr/>
              <p14:nvPr/>
            </p14:nvContentPartPr>
            <p14:xfrm>
              <a:off x="11457077" y="2556684"/>
              <a:ext cx="634680" cy="257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905E99D-0119-CC04-ADB4-91A6AA12E11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450957" y="2518884"/>
                <a:ext cx="64692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AF3B73D-1B4B-343B-25CB-126DC8302691}"/>
                  </a:ext>
                </a:extLst>
              </p14:cNvPr>
              <p14:cNvContentPartPr/>
              <p14:nvPr/>
            </p14:nvContentPartPr>
            <p14:xfrm>
              <a:off x="11227037" y="4483044"/>
              <a:ext cx="815040" cy="5608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AF3B73D-1B4B-343B-25CB-126DC830269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164037" y="4105044"/>
                <a:ext cx="940680" cy="13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A2A4101-7A0B-2B27-14B2-E3AB5F33A5E7}"/>
                  </a:ext>
                </a:extLst>
              </p14:cNvPr>
              <p14:cNvContentPartPr/>
              <p14:nvPr/>
            </p14:nvContentPartPr>
            <p14:xfrm>
              <a:off x="2550317" y="4871484"/>
              <a:ext cx="9785520" cy="1303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A2A4101-7A0B-2B27-14B2-E3AB5F33A5E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487677" y="4808484"/>
                <a:ext cx="99111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3D84647-8E74-0B5F-D82F-71311D780775}"/>
                  </a:ext>
                </a:extLst>
              </p14:cNvPr>
              <p14:cNvContentPartPr/>
              <p14:nvPr/>
            </p14:nvContentPartPr>
            <p14:xfrm>
              <a:off x="2617997" y="4744764"/>
              <a:ext cx="9590760" cy="2304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3D84647-8E74-0B5F-D82F-71311D78077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554997" y="4682124"/>
                <a:ext cx="97164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0300AAA-69D4-B4B8-CF27-4AC67D9597F7}"/>
                  </a:ext>
                </a:extLst>
              </p14:cNvPr>
              <p14:cNvContentPartPr/>
              <p14:nvPr/>
            </p14:nvContentPartPr>
            <p14:xfrm>
              <a:off x="2599277" y="3568644"/>
              <a:ext cx="5385600" cy="1397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0300AAA-69D4-B4B8-CF27-4AC67D9597F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536637" y="3506004"/>
                <a:ext cx="5511240" cy="15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24" name="Ink 1023">
                <a:extLst>
                  <a:ext uri="{FF2B5EF4-FFF2-40B4-BE49-F238E27FC236}">
                    <a16:creationId xmlns:a16="http://schemas.microsoft.com/office/drawing/2014/main" id="{516B76DD-9905-E227-DCDE-7C529B3EF1B2}"/>
                  </a:ext>
                </a:extLst>
              </p14:cNvPr>
              <p14:cNvContentPartPr/>
              <p14:nvPr/>
            </p14:nvContentPartPr>
            <p14:xfrm>
              <a:off x="3451397" y="2976804"/>
              <a:ext cx="9059760" cy="1908360"/>
            </p14:xfrm>
          </p:contentPart>
        </mc:Choice>
        <mc:Fallback xmlns="">
          <p:pic>
            <p:nvPicPr>
              <p:cNvPr id="1024" name="Ink 1023">
                <a:extLst>
                  <a:ext uri="{FF2B5EF4-FFF2-40B4-BE49-F238E27FC236}">
                    <a16:creationId xmlns:a16="http://schemas.microsoft.com/office/drawing/2014/main" id="{516B76DD-9905-E227-DCDE-7C529B3EF1B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388757" y="2913804"/>
                <a:ext cx="9185400" cy="20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32" name="Ink 1031">
                <a:extLst>
                  <a:ext uri="{FF2B5EF4-FFF2-40B4-BE49-F238E27FC236}">
                    <a16:creationId xmlns:a16="http://schemas.microsoft.com/office/drawing/2014/main" id="{CEAEA040-34F0-6C19-D2D3-1BB1CC851608}"/>
                  </a:ext>
                </a:extLst>
              </p14:cNvPr>
              <p14:cNvContentPartPr/>
              <p14:nvPr/>
            </p14:nvContentPartPr>
            <p14:xfrm>
              <a:off x="1744655" y="5032726"/>
              <a:ext cx="426960" cy="101880"/>
            </p14:xfrm>
          </p:contentPart>
        </mc:Choice>
        <mc:Fallback xmlns="">
          <p:pic>
            <p:nvPicPr>
              <p:cNvPr id="1032" name="Ink 1031">
                <a:extLst>
                  <a:ext uri="{FF2B5EF4-FFF2-40B4-BE49-F238E27FC236}">
                    <a16:creationId xmlns:a16="http://schemas.microsoft.com/office/drawing/2014/main" id="{CEAEA040-34F0-6C19-D2D3-1BB1CC85160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735655" y="5024086"/>
                <a:ext cx="4446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33" name="Ink 1032">
                <a:extLst>
                  <a:ext uri="{FF2B5EF4-FFF2-40B4-BE49-F238E27FC236}">
                    <a16:creationId xmlns:a16="http://schemas.microsoft.com/office/drawing/2014/main" id="{9A6F50EA-E6CC-CB7C-5511-24E80A7D365C}"/>
                  </a:ext>
                </a:extLst>
              </p14:cNvPr>
              <p14:cNvContentPartPr/>
              <p14:nvPr/>
            </p14:nvContentPartPr>
            <p14:xfrm>
              <a:off x="1940135" y="4965766"/>
              <a:ext cx="381960" cy="108720"/>
            </p14:xfrm>
          </p:contentPart>
        </mc:Choice>
        <mc:Fallback xmlns="">
          <p:pic>
            <p:nvPicPr>
              <p:cNvPr id="1033" name="Ink 1032">
                <a:extLst>
                  <a:ext uri="{FF2B5EF4-FFF2-40B4-BE49-F238E27FC236}">
                    <a16:creationId xmlns:a16="http://schemas.microsoft.com/office/drawing/2014/main" id="{9A6F50EA-E6CC-CB7C-5511-24E80A7D365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931495" y="4956766"/>
                <a:ext cx="39960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35" name="Ink 1034">
                <a:extLst>
                  <a:ext uri="{FF2B5EF4-FFF2-40B4-BE49-F238E27FC236}">
                    <a16:creationId xmlns:a16="http://schemas.microsoft.com/office/drawing/2014/main" id="{FDC40FFE-C088-1357-0422-1DE253CCCE48}"/>
                  </a:ext>
                </a:extLst>
              </p14:cNvPr>
              <p14:cNvContentPartPr/>
              <p14:nvPr/>
            </p14:nvContentPartPr>
            <p14:xfrm>
              <a:off x="2330015" y="4716646"/>
              <a:ext cx="565920" cy="250560"/>
            </p14:xfrm>
          </p:contentPart>
        </mc:Choice>
        <mc:Fallback xmlns="">
          <p:pic>
            <p:nvPicPr>
              <p:cNvPr id="1035" name="Ink 1034">
                <a:extLst>
                  <a:ext uri="{FF2B5EF4-FFF2-40B4-BE49-F238E27FC236}">
                    <a16:creationId xmlns:a16="http://schemas.microsoft.com/office/drawing/2014/main" id="{FDC40FFE-C088-1357-0422-1DE253CCCE4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312015" y="4699006"/>
                <a:ext cx="60156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36" name="Ink 1035">
                <a:extLst>
                  <a:ext uri="{FF2B5EF4-FFF2-40B4-BE49-F238E27FC236}">
                    <a16:creationId xmlns:a16="http://schemas.microsoft.com/office/drawing/2014/main" id="{19BEC254-FD66-5D7A-5045-FED27B0DDDFF}"/>
                  </a:ext>
                </a:extLst>
              </p14:cNvPr>
              <p14:cNvContentPartPr/>
              <p14:nvPr/>
            </p14:nvContentPartPr>
            <p14:xfrm>
              <a:off x="2901695" y="4438366"/>
              <a:ext cx="749880" cy="281520"/>
            </p14:xfrm>
          </p:contentPart>
        </mc:Choice>
        <mc:Fallback xmlns="">
          <p:pic>
            <p:nvPicPr>
              <p:cNvPr id="1036" name="Ink 1035">
                <a:extLst>
                  <a:ext uri="{FF2B5EF4-FFF2-40B4-BE49-F238E27FC236}">
                    <a16:creationId xmlns:a16="http://schemas.microsoft.com/office/drawing/2014/main" id="{19BEC254-FD66-5D7A-5045-FED27B0DDDF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883695" y="4420366"/>
                <a:ext cx="7855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37" name="Ink 1036">
                <a:extLst>
                  <a:ext uri="{FF2B5EF4-FFF2-40B4-BE49-F238E27FC236}">
                    <a16:creationId xmlns:a16="http://schemas.microsoft.com/office/drawing/2014/main" id="{24C36433-693E-6A08-0420-C8BD13E0F991}"/>
                  </a:ext>
                </a:extLst>
              </p14:cNvPr>
              <p14:cNvContentPartPr/>
              <p14:nvPr/>
            </p14:nvContentPartPr>
            <p14:xfrm>
              <a:off x="3559415" y="4111126"/>
              <a:ext cx="1028160" cy="322560"/>
            </p14:xfrm>
          </p:contentPart>
        </mc:Choice>
        <mc:Fallback xmlns="">
          <p:pic>
            <p:nvPicPr>
              <p:cNvPr id="1037" name="Ink 1036">
                <a:extLst>
                  <a:ext uri="{FF2B5EF4-FFF2-40B4-BE49-F238E27FC236}">
                    <a16:creationId xmlns:a16="http://schemas.microsoft.com/office/drawing/2014/main" id="{24C36433-693E-6A08-0420-C8BD13E0F99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541775" y="4093126"/>
                <a:ext cx="106380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38" name="Ink 1037">
                <a:extLst>
                  <a:ext uri="{FF2B5EF4-FFF2-40B4-BE49-F238E27FC236}">
                    <a16:creationId xmlns:a16="http://schemas.microsoft.com/office/drawing/2014/main" id="{B9322FD5-33A6-1229-CFD1-46EA479B3572}"/>
                  </a:ext>
                </a:extLst>
              </p14:cNvPr>
              <p14:cNvContentPartPr/>
              <p14:nvPr/>
            </p14:nvContentPartPr>
            <p14:xfrm>
              <a:off x="2360255" y="4658686"/>
              <a:ext cx="654840" cy="271080"/>
            </p14:xfrm>
          </p:contentPart>
        </mc:Choice>
        <mc:Fallback xmlns="">
          <p:pic>
            <p:nvPicPr>
              <p:cNvPr id="1038" name="Ink 1037">
                <a:extLst>
                  <a:ext uri="{FF2B5EF4-FFF2-40B4-BE49-F238E27FC236}">
                    <a16:creationId xmlns:a16="http://schemas.microsoft.com/office/drawing/2014/main" id="{B9322FD5-33A6-1229-CFD1-46EA479B357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342615" y="4640686"/>
                <a:ext cx="6904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39" name="Ink 1038">
                <a:extLst>
                  <a:ext uri="{FF2B5EF4-FFF2-40B4-BE49-F238E27FC236}">
                    <a16:creationId xmlns:a16="http://schemas.microsoft.com/office/drawing/2014/main" id="{E7781A1C-4001-C13C-B07D-7C8265ED88C3}"/>
                  </a:ext>
                </a:extLst>
              </p14:cNvPr>
              <p14:cNvContentPartPr/>
              <p14:nvPr/>
            </p14:nvContentPartPr>
            <p14:xfrm>
              <a:off x="2901335" y="4433686"/>
              <a:ext cx="667080" cy="279360"/>
            </p14:xfrm>
          </p:contentPart>
        </mc:Choice>
        <mc:Fallback xmlns="">
          <p:pic>
            <p:nvPicPr>
              <p:cNvPr id="1039" name="Ink 1038">
                <a:extLst>
                  <a:ext uri="{FF2B5EF4-FFF2-40B4-BE49-F238E27FC236}">
                    <a16:creationId xmlns:a16="http://schemas.microsoft.com/office/drawing/2014/main" id="{E7781A1C-4001-C13C-B07D-7C8265ED88C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883695" y="4415686"/>
                <a:ext cx="70272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0" name="Ink 1039">
                <a:extLst>
                  <a:ext uri="{FF2B5EF4-FFF2-40B4-BE49-F238E27FC236}">
                    <a16:creationId xmlns:a16="http://schemas.microsoft.com/office/drawing/2014/main" id="{20BA6CC1-4C4A-69D8-1235-E7FEF65C74E0}"/>
                  </a:ext>
                </a:extLst>
              </p14:cNvPr>
              <p14:cNvContentPartPr/>
              <p14:nvPr/>
            </p14:nvContentPartPr>
            <p14:xfrm>
              <a:off x="3693335" y="4137766"/>
              <a:ext cx="851760" cy="258480"/>
            </p14:xfrm>
          </p:contentPart>
        </mc:Choice>
        <mc:Fallback xmlns="">
          <p:pic>
            <p:nvPicPr>
              <p:cNvPr id="1040" name="Ink 1039">
                <a:extLst>
                  <a:ext uri="{FF2B5EF4-FFF2-40B4-BE49-F238E27FC236}">
                    <a16:creationId xmlns:a16="http://schemas.microsoft.com/office/drawing/2014/main" id="{20BA6CC1-4C4A-69D8-1235-E7FEF65C74E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675695" y="4119766"/>
                <a:ext cx="88740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1" name="Ink 1040">
                <a:extLst>
                  <a:ext uri="{FF2B5EF4-FFF2-40B4-BE49-F238E27FC236}">
                    <a16:creationId xmlns:a16="http://schemas.microsoft.com/office/drawing/2014/main" id="{D864905F-369F-61C4-0C1B-B0B77731E574}"/>
                  </a:ext>
                </a:extLst>
              </p14:cNvPr>
              <p14:cNvContentPartPr/>
              <p14:nvPr/>
            </p14:nvContentPartPr>
            <p14:xfrm>
              <a:off x="4588655" y="4039486"/>
              <a:ext cx="129960" cy="74520"/>
            </p14:xfrm>
          </p:contentPart>
        </mc:Choice>
        <mc:Fallback xmlns="">
          <p:pic>
            <p:nvPicPr>
              <p:cNvPr id="1041" name="Ink 1040">
                <a:extLst>
                  <a:ext uri="{FF2B5EF4-FFF2-40B4-BE49-F238E27FC236}">
                    <a16:creationId xmlns:a16="http://schemas.microsoft.com/office/drawing/2014/main" id="{D864905F-369F-61C4-0C1B-B0B77731E57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571015" y="4021486"/>
                <a:ext cx="1656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2" name="Ink 1041">
                <a:extLst>
                  <a:ext uri="{FF2B5EF4-FFF2-40B4-BE49-F238E27FC236}">
                    <a16:creationId xmlns:a16="http://schemas.microsoft.com/office/drawing/2014/main" id="{38431236-415A-789C-D617-C7AE2053CD83}"/>
                  </a:ext>
                </a:extLst>
              </p14:cNvPr>
              <p14:cNvContentPartPr/>
              <p14:nvPr/>
            </p14:nvContentPartPr>
            <p14:xfrm>
              <a:off x="4730495" y="3791446"/>
              <a:ext cx="691200" cy="248760"/>
            </p14:xfrm>
          </p:contentPart>
        </mc:Choice>
        <mc:Fallback xmlns="">
          <p:pic>
            <p:nvPicPr>
              <p:cNvPr id="1042" name="Ink 1041">
                <a:extLst>
                  <a:ext uri="{FF2B5EF4-FFF2-40B4-BE49-F238E27FC236}">
                    <a16:creationId xmlns:a16="http://schemas.microsoft.com/office/drawing/2014/main" id="{38431236-415A-789C-D617-C7AE2053CD8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712855" y="3773446"/>
                <a:ext cx="72684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3" name="Ink 1042">
                <a:extLst>
                  <a:ext uri="{FF2B5EF4-FFF2-40B4-BE49-F238E27FC236}">
                    <a16:creationId xmlns:a16="http://schemas.microsoft.com/office/drawing/2014/main" id="{683DE870-F997-2C8C-E97D-F5797917253A}"/>
                  </a:ext>
                </a:extLst>
              </p14:cNvPr>
              <p14:cNvContentPartPr/>
              <p14:nvPr/>
            </p14:nvContentPartPr>
            <p14:xfrm>
              <a:off x="5409455" y="3639166"/>
              <a:ext cx="774720" cy="158040"/>
            </p14:xfrm>
          </p:contentPart>
        </mc:Choice>
        <mc:Fallback xmlns="">
          <p:pic>
            <p:nvPicPr>
              <p:cNvPr id="1043" name="Ink 1042">
                <a:extLst>
                  <a:ext uri="{FF2B5EF4-FFF2-40B4-BE49-F238E27FC236}">
                    <a16:creationId xmlns:a16="http://schemas.microsoft.com/office/drawing/2014/main" id="{683DE870-F997-2C8C-E97D-F5797917253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391455" y="3621526"/>
                <a:ext cx="8103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4" name="Ink 1043">
                <a:extLst>
                  <a:ext uri="{FF2B5EF4-FFF2-40B4-BE49-F238E27FC236}">
                    <a16:creationId xmlns:a16="http://schemas.microsoft.com/office/drawing/2014/main" id="{D7A2EFAD-6B80-2013-DCBA-A85C4F3F3C53}"/>
                  </a:ext>
                </a:extLst>
              </p14:cNvPr>
              <p14:cNvContentPartPr/>
              <p14:nvPr/>
            </p14:nvContentPartPr>
            <p14:xfrm>
              <a:off x="6188855" y="3509206"/>
              <a:ext cx="877320" cy="135360"/>
            </p14:xfrm>
          </p:contentPart>
        </mc:Choice>
        <mc:Fallback xmlns="">
          <p:pic>
            <p:nvPicPr>
              <p:cNvPr id="1044" name="Ink 1043">
                <a:extLst>
                  <a:ext uri="{FF2B5EF4-FFF2-40B4-BE49-F238E27FC236}">
                    <a16:creationId xmlns:a16="http://schemas.microsoft.com/office/drawing/2014/main" id="{D7A2EFAD-6B80-2013-DCBA-A85C4F3F3C5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170855" y="3491206"/>
                <a:ext cx="9129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5" name="Ink 1044">
                <a:extLst>
                  <a:ext uri="{FF2B5EF4-FFF2-40B4-BE49-F238E27FC236}">
                    <a16:creationId xmlns:a16="http://schemas.microsoft.com/office/drawing/2014/main" id="{BD12BABA-2F36-4D73-C4B2-E661705A82DC}"/>
                  </a:ext>
                </a:extLst>
              </p14:cNvPr>
              <p14:cNvContentPartPr/>
              <p14:nvPr/>
            </p14:nvContentPartPr>
            <p14:xfrm>
              <a:off x="6268415" y="3514246"/>
              <a:ext cx="734040" cy="114120"/>
            </p14:xfrm>
          </p:contentPart>
        </mc:Choice>
        <mc:Fallback xmlns="">
          <p:pic>
            <p:nvPicPr>
              <p:cNvPr id="1045" name="Ink 1044">
                <a:extLst>
                  <a:ext uri="{FF2B5EF4-FFF2-40B4-BE49-F238E27FC236}">
                    <a16:creationId xmlns:a16="http://schemas.microsoft.com/office/drawing/2014/main" id="{BD12BABA-2F36-4D73-C4B2-E661705A82D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250775" y="3496246"/>
                <a:ext cx="7696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6" name="Ink 1055">
                <a:extLst>
                  <a:ext uri="{FF2B5EF4-FFF2-40B4-BE49-F238E27FC236}">
                    <a16:creationId xmlns:a16="http://schemas.microsoft.com/office/drawing/2014/main" id="{397976E9-D2B6-BE96-688B-47D331359429}"/>
                  </a:ext>
                </a:extLst>
              </p14:cNvPr>
              <p14:cNvContentPartPr/>
              <p14:nvPr/>
            </p14:nvContentPartPr>
            <p14:xfrm>
              <a:off x="7880495" y="3303127"/>
              <a:ext cx="687240" cy="209160"/>
            </p14:xfrm>
          </p:contentPart>
        </mc:Choice>
        <mc:Fallback xmlns="">
          <p:pic>
            <p:nvPicPr>
              <p:cNvPr id="1056" name="Ink 1055">
                <a:extLst>
                  <a:ext uri="{FF2B5EF4-FFF2-40B4-BE49-F238E27FC236}">
                    <a16:creationId xmlns:a16="http://schemas.microsoft.com/office/drawing/2014/main" id="{397976E9-D2B6-BE96-688B-47D33135942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862855" y="3285487"/>
                <a:ext cx="7228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9" name="Ink 1058">
                <a:extLst>
                  <a:ext uri="{FF2B5EF4-FFF2-40B4-BE49-F238E27FC236}">
                    <a16:creationId xmlns:a16="http://schemas.microsoft.com/office/drawing/2014/main" id="{97F7F3F7-2C28-BAFD-A73F-23FFFD78FACB}"/>
                  </a:ext>
                </a:extLst>
              </p14:cNvPr>
              <p14:cNvContentPartPr/>
              <p14:nvPr/>
            </p14:nvContentPartPr>
            <p14:xfrm>
              <a:off x="8552255" y="3104407"/>
              <a:ext cx="647280" cy="334800"/>
            </p14:xfrm>
          </p:contentPart>
        </mc:Choice>
        <mc:Fallback xmlns="">
          <p:pic>
            <p:nvPicPr>
              <p:cNvPr id="1059" name="Ink 1058">
                <a:extLst>
                  <a:ext uri="{FF2B5EF4-FFF2-40B4-BE49-F238E27FC236}">
                    <a16:creationId xmlns:a16="http://schemas.microsoft.com/office/drawing/2014/main" id="{97F7F3F7-2C28-BAFD-A73F-23FFFD78FAC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534255" y="3086767"/>
                <a:ext cx="6829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62" name="Ink 1061">
                <a:extLst>
                  <a:ext uri="{FF2B5EF4-FFF2-40B4-BE49-F238E27FC236}">
                    <a16:creationId xmlns:a16="http://schemas.microsoft.com/office/drawing/2014/main" id="{59A8877C-F239-9EF2-F1E7-954B41AAC9B5}"/>
                  </a:ext>
                </a:extLst>
              </p14:cNvPr>
              <p14:cNvContentPartPr/>
              <p14:nvPr/>
            </p14:nvContentPartPr>
            <p14:xfrm>
              <a:off x="8608775" y="3129607"/>
              <a:ext cx="574920" cy="282600"/>
            </p14:xfrm>
          </p:contentPart>
        </mc:Choice>
        <mc:Fallback xmlns="">
          <p:pic>
            <p:nvPicPr>
              <p:cNvPr id="1062" name="Ink 1061">
                <a:extLst>
                  <a:ext uri="{FF2B5EF4-FFF2-40B4-BE49-F238E27FC236}">
                    <a16:creationId xmlns:a16="http://schemas.microsoft.com/office/drawing/2014/main" id="{59A8877C-F239-9EF2-F1E7-954B41AAC9B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590775" y="3111967"/>
                <a:ext cx="6105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65" name="Ink 1064">
                <a:extLst>
                  <a:ext uri="{FF2B5EF4-FFF2-40B4-BE49-F238E27FC236}">
                    <a16:creationId xmlns:a16="http://schemas.microsoft.com/office/drawing/2014/main" id="{68FEFE11-5621-DA7F-4136-DC9A5C8B53DB}"/>
                  </a:ext>
                </a:extLst>
              </p14:cNvPr>
              <p14:cNvContentPartPr/>
              <p14:nvPr/>
            </p14:nvContentPartPr>
            <p14:xfrm>
              <a:off x="8552255" y="3162727"/>
              <a:ext cx="482400" cy="261360"/>
            </p14:xfrm>
          </p:contentPart>
        </mc:Choice>
        <mc:Fallback xmlns="">
          <p:pic>
            <p:nvPicPr>
              <p:cNvPr id="1065" name="Ink 1064">
                <a:extLst>
                  <a:ext uri="{FF2B5EF4-FFF2-40B4-BE49-F238E27FC236}">
                    <a16:creationId xmlns:a16="http://schemas.microsoft.com/office/drawing/2014/main" id="{68FEFE11-5621-DA7F-4136-DC9A5C8B53D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534615" y="3145087"/>
                <a:ext cx="5180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68" name="Ink 1067">
                <a:extLst>
                  <a:ext uri="{FF2B5EF4-FFF2-40B4-BE49-F238E27FC236}">
                    <a16:creationId xmlns:a16="http://schemas.microsoft.com/office/drawing/2014/main" id="{60E63EF2-40A8-35C2-F93F-2D01B501DCD6}"/>
                  </a:ext>
                </a:extLst>
              </p14:cNvPr>
              <p14:cNvContentPartPr/>
              <p14:nvPr/>
            </p14:nvContentPartPr>
            <p14:xfrm>
              <a:off x="9210335" y="3011167"/>
              <a:ext cx="122400" cy="107280"/>
            </p14:xfrm>
          </p:contentPart>
        </mc:Choice>
        <mc:Fallback xmlns="">
          <p:pic>
            <p:nvPicPr>
              <p:cNvPr id="1068" name="Ink 1067">
                <a:extLst>
                  <a:ext uri="{FF2B5EF4-FFF2-40B4-BE49-F238E27FC236}">
                    <a16:creationId xmlns:a16="http://schemas.microsoft.com/office/drawing/2014/main" id="{60E63EF2-40A8-35C2-F93F-2D01B501DCD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192335" y="2993167"/>
                <a:ext cx="1580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70" name="Ink 1069">
                <a:extLst>
                  <a:ext uri="{FF2B5EF4-FFF2-40B4-BE49-F238E27FC236}">
                    <a16:creationId xmlns:a16="http://schemas.microsoft.com/office/drawing/2014/main" id="{5A3F3D52-D063-0539-7984-4CDC1EB69B19}"/>
                  </a:ext>
                </a:extLst>
              </p14:cNvPr>
              <p14:cNvContentPartPr/>
              <p14:nvPr/>
            </p14:nvContentPartPr>
            <p14:xfrm>
              <a:off x="9322295" y="2488447"/>
              <a:ext cx="472320" cy="521280"/>
            </p14:xfrm>
          </p:contentPart>
        </mc:Choice>
        <mc:Fallback xmlns="">
          <p:pic>
            <p:nvPicPr>
              <p:cNvPr id="1070" name="Ink 1069">
                <a:extLst>
                  <a:ext uri="{FF2B5EF4-FFF2-40B4-BE49-F238E27FC236}">
                    <a16:creationId xmlns:a16="http://schemas.microsoft.com/office/drawing/2014/main" id="{5A3F3D52-D063-0539-7984-4CDC1EB69B1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304295" y="2470807"/>
                <a:ext cx="50796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75" name="Ink 1074">
                <a:extLst>
                  <a:ext uri="{FF2B5EF4-FFF2-40B4-BE49-F238E27FC236}">
                    <a16:creationId xmlns:a16="http://schemas.microsoft.com/office/drawing/2014/main" id="{F73D8771-50C9-F066-B0E8-224CE19869A9}"/>
                  </a:ext>
                </a:extLst>
              </p14:cNvPr>
              <p14:cNvContentPartPr/>
              <p14:nvPr/>
            </p14:nvContentPartPr>
            <p14:xfrm>
              <a:off x="9763655" y="2299807"/>
              <a:ext cx="217800" cy="261360"/>
            </p14:xfrm>
          </p:contentPart>
        </mc:Choice>
        <mc:Fallback xmlns="">
          <p:pic>
            <p:nvPicPr>
              <p:cNvPr id="1075" name="Ink 1074">
                <a:extLst>
                  <a:ext uri="{FF2B5EF4-FFF2-40B4-BE49-F238E27FC236}">
                    <a16:creationId xmlns:a16="http://schemas.microsoft.com/office/drawing/2014/main" id="{F73D8771-50C9-F066-B0E8-224CE19869A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746015" y="2281807"/>
                <a:ext cx="2534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78" name="Ink 1077">
                <a:extLst>
                  <a:ext uri="{FF2B5EF4-FFF2-40B4-BE49-F238E27FC236}">
                    <a16:creationId xmlns:a16="http://schemas.microsoft.com/office/drawing/2014/main" id="{05B0618F-3B35-584F-EBD3-6BE247267452}"/>
                  </a:ext>
                </a:extLst>
              </p14:cNvPr>
              <p14:cNvContentPartPr/>
              <p14:nvPr/>
            </p14:nvContentPartPr>
            <p14:xfrm>
              <a:off x="9343535" y="2811727"/>
              <a:ext cx="183240" cy="172080"/>
            </p14:xfrm>
          </p:contentPart>
        </mc:Choice>
        <mc:Fallback xmlns="">
          <p:pic>
            <p:nvPicPr>
              <p:cNvPr id="1078" name="Ink 1077">
                <a:extLst>
                  <a:ext uri="{FF2B5EF4-FFF2-40B4-BE49-F238E27FC236}">
                    <a16:creationId xmlns:a16="http://schemas.microsoft.com/office/drawing/2014/main" id="{05B0618F-3B35-584F-EBD3-6BE24726745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325895" y="2793727"/>
                <a:ext cx="2188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83" name="Ink 1082">
                <a:extLst>
                  <a:ext uri="{FF2B5EF4-FFF2-40B4-BE49-F238E27FC236}">
                    <a16:creationId xmlns:a16="http://schemas.microsoft.com/office/drawing/2014/main" id="{777191C7-811E-4FE4-032E-4984C660DB60}"/>
                  </a:ext>
                </a:extLst>
              </p14:cNvPr>
              <p14:cNvContentPartPr/>
              <p14:nvPr/>
            </p14:nvContentPartPr>
            <p14:xfrm>
              <a:off x="10602455" y="2473327"/>
              <a:ext cx="1754640" cy="483120"/>
            </p14:xfrm>
          </p:contentPart>
        </mc:Choice>
        <mc:Fallback xmlns="">
          <p:pic>
            <p:nvPicPr>
              <p:cNvPr id="1083" name="Ink 1082">
                <a:extLst>
                  <a:ext uri="{FF2B5EF4-FFF2-40B4-BE49-F238E27FC236}">
                    <a16:creationId xmlns:a16="http://schemas.microsoft.com/office/drawing/2014/main" id="{777191C7-811E-4FE4-032E-4984C660DB6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584815" y="2455687"/>
                <a:ext cx="1790280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90" name="Ink 1089">
                <a:extLst>
                  <a:ext uri="{FF2B5EF4-FFF2-40B4-BE49-F238E27FC236}">
                    <a16:creationId xmlns:a16="http://schemas.microsoft.com/office/drawing/2014/main" id="{C731C247-35F4-B94F-CBEE-62C5775E0B3F}"/>
                  </a:ext>
                </a:extLst>
              </p14:cNvPr>
              <p14:cNvContentPartPr/>
              <p14:nvPr/>
            </p14:nvContentPartPr>
            <p14:xfrm>
              <a:off x="2334568" y="4175407"/>
              <a:ext cx="2285640" cy="841320"/>
            </p14:xfrm>
          </p:contentPart>
        </mc:Choice>
        <mc:Fallback xmlns="">
          <p:pic>
            <p:nvPicPr>
              <p:cNvPr id="1090" name="Ink 1089">
                <a:extLst>
                  <a:ext uri="{FF2B5EF4-FFF2-40B4-BE49-F238E27FC236}">
                    <a16:creationId xmlns:a16="http://schemas.microsoft.com/office/drawing/2014/main" id="{C731C247-35F4-B94F-CBEE-62C5775E0B3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298928" y="4139767"/>
                <a:ext cx="2357280" cy="9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91" name="Ink 1090">
                <a:extLst>
                  <a:ext uri="{FF2B5EF4-FFF2-40B4-BE49-F238E27FC236}">
                    <a16:creationId xmlns:a16="http://schemas.microsoft.com/office/drawing/2014/main" id="{11F8DF5D-29B9-F94D-DA6D-D3E35A68BC27}"/>
                  </a:ext>
                </a:extLst>
              </p14:cNvPr>
              <p14:cNvContentPartPr/>
              <p14:nvPr/>
            </p14:nvContentPartPr>
            <p14:xfrm>
              <a:off x="3726688" y="3852487"/>
              <a:ext cx="1805040" cy="738720"/>
            </p14:xfrm>
          </p:contentPart>
        </mc:Choice>
        <mc:Fallback xmlns="">
          <p:pic>
            <p:nvPicPr>
              <p:cNvPr id="1091" name="Ink 1090">
                <a:extLst>
                  <a:ext uri="{FF2B5EF4-FFF2-40B4-BE49-F238E27FC236}">
                    <a16:creationId xmlns:a16="http://schemas.microsoft.com/office/drawing/2014/main" id="{11F8DF5D-29B9-F94D-DA6D-D3E35A68BC2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690688" y="3816487"/>
                <a:ext cx="1876680" cy="81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92" name="Ink 1091">
                <a:extLst>
                  <a:ext uri="{FF2B5EF4-FFF2-40B4-BE49-F238E27FC236}">
                    <a16:creationId xmlns:a16="http://schemas.microsoft.com/office/drawing/2014/main" id="{CD9B7F44-0F3A-EDAA-3846-6BEA11531DC3}"/>
                  </a:ext>
                </a:extLst>
              </p14:cNvPr>
              <p14:cNvContentPartPr/>
              <p14:nvPr/>
            </p14:nvContentPartPr>
            <p14:xfrm>
              <a:off x="4928178" y="3380527"/>
              <a:ext cx="2886840" cy="605160"/>
            </p14:xfrm>
          </p:contentPart>
        </mc:Choice>
        <mc:Fallback xmlns="">
          <p:pic>
            <p:nvPicPr>
              <p:cNvPr id="1092" name="Ink 1091">
                <a:extLst>
                  <a:ext uri="{FF2B5EF4-FFF2-40B4-BE49-F238E27FC236}">
                    <a16:creationId xmlns:a16="http://schemas.microsoft.com/office/drawing/2014/main" id="{CD9B7F44-0F3A-EDAA-3846-6BEA11531DC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892538" y="3344527"/>
                <a:ext cx="2958480" cy="6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95" name="Ink 1094">
                <a:extLst>
                  <a:ext uri="{FF2B5EF4-FFF2-40B4-BE49-F238E27FC236}">
                    <a16:creationId xmlns:a16="http://schemas.microsoft.com/office/drawing/2014/main" id="{7A391A68-B2A4-9CB0-F5EF-67A9F03A1C1F}"/>
                  </a:ext>
                </a:extLst>
              </p14:cNvPr>
              <p14:cNvContentPartPr/>
              <p14:nvPr/>
            </p14:nvContentPartPr>
            <p14:xfrm>
              <a:off x="5255778" y="3590407"/>
              <a:ext cx="2085840" cy="485280"/>
            </p14:xfrm>
          </p:contentPart>
        </mc:Choice>
        <mc:Fallback xmlns="">
          <p:pic>
            <p:nvPicPr>
              <p:cNvPr id="1095" name="Ink 1094">
                <a:extLst>
                  <a:ext uri="{FF2B5EF4-FFF2-40B4-BE49-F238E27FC236}">
                    <a16:creationId xmlns:a16="http://schemas.microsoft.com/office/drawing/2014/main" id="{7A391A68-B2A4-9CB0-F5EF-67A9F03A1C1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220138" y="3554407"/>
                <a:ext cx="215748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98" name="Ink 1097">
                <a:extLst>
                  <a:ext uri="{FF2B5EF4-FFF2-40B4-BE49-F238E27FC236}">
                    <a16:creationId xmlns:a16="http://schemas.microsoft.com/office/drawing/2014/main" id="{327C8F10-09F7-3432-11B8-FAF171E97BFE}"/>
                  </a:ext>
                </a:extLst>
              </p14:cNvPr>
              <p14:cNvContentPartPr/>
              <p14:nvPr/>
            </p14:nvContentPartPr>
            <p14:xfrm>
              <a:off x="7509018" y="3165247"/>
              <a:ext cx="1931760" cy="537480"/>
            </p14:xfrm>
          </p:contentPart>
        </mc:Choice>
        <mc:Fallback xmlns="">
          <p:pic>
            <p:nvPicPr>
              <p:cNvPr id="1098" name="Ink 1097">
                <a:extLst>
                  <a:ext uri="{FF2B5EF4-FFF2-40B4-BE49-F238E27FC236}">
                    <a16:creationId xmlns:a16="http://schemas.microsoft.com/office/drawing/2014/main" id="{327C8F10-09F7-3432-11B8-FAF171E97BF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473018" y="3129607"/>
                <a:ext cx="2003400" cy="6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104" name="Ink 1103">
                <a:extLst>
                  <a:ext uri="{FF2B5EF4-FFF2-40B4-BE49-F238E27FC236}">
                    <a16:creationId xmlns:a16="http://schemas.microsoft.com/office/drawing/2014/main" id="{F50D9E4B-B8B8-EFCF-B9C4-1A1534F9EC43}"/>
                  </a:ext>
                </a:extLst>
              </p14:cNvPr>
              <p14:cNvContentPartPr/>
              <p14:nvPr/>
            </p14:nvContentPartPr>
            <p14:xfrm>
              <a:off x="9298895" y="2327167"/>
              <a:ext cx="785880" cy="872640"/>
            </p14:xfrm>
          </p:contentPart>
        </mc:Choice>
        <mc:Fallback xmlns="">
          <p:pic>
            <p:nvPicPr>
              <p:cNvPr id="1104" name="Ink 1103">
                <a:extLst>
                  <a:ext uri="{FF2B5EF4-FFF2-40B4-BE49-F238E27FC236}">
                    <a16:creationId xmlns:a16="http://schemas.microsoft.com/office/drawing/2014/main" id="{F50D9E4B-B8B8-EFCF-B9C4-1A1534F9EC4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262895" y="2291167"/>
                <a:ext cx="857520" cy="9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105" name="Ink 1104">
                <a:extLst>
                  <a:ext uri="{FF2B5EF4-FFF2-40B4-BE49-F238E27FC236}">
                    <a16:creationId xmlns:a16="http://schemas.microsoft.com/office/drawing/2014/main" id="{F2245A15-1D3B-9D62-9B46-6BDCE69C8F1C}"/>
                  </a:ext>
                </a:extLst>
              </p14:cNvPr>
              <p14:cNvContentPartPr/>
              <p14:nvPr/>
            </p14:nvContentPartPr>
            <p14:xfrm>
              <a:off x="10019975" y="2272447"/>
              <a:ext cx="834840" cy="742680"/>
            </p14:xfrm>
          </p:contentPart>
        </mc:Choice>
        <mc:Fallback xmlns="">
          <p:pic>
            <p:nvPicPr>
              <p:cNvPr id="1105" name="Ink 1104">
                <a:extLst>
                  <a:ext uri="{FF2B5EF4-FFF2-40B4-BE49-F238E27FC236}">
                    <a16:creationId xmlns:a16="http://schemas.microsoft.com/office/drawing/2014/main" id="{F2245A15-1D3B-9D62-9B46-6BDCE69C8F1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984335" y="2236807"/>
                <a:ext cx="906480" cy="81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9" name="Group 1118">
            <a:extLst>
              <a:ext uri="{FF2B5EF4-FFF2-40B4-BE49-F238E27FC236}">
                <a16:creationId xmlns:a16="http://schemas.microsoft.com/office/drawing/2014/main" id="{3992D6DB-B088-DCA6-BD09-92E89CD58460}"/>
              </a:ext>
            </a:extLst>
          </p:cNvPr>
          <p:cNvGrpSpPr/>
          <p:nvPr/>
        </p:nvGrpSpPr>
        <p:grpSpPr>
          <a:xfrm>
            <a:off x="7048175" y="2243287"/>
            <a:ext cx="5288022" cy="1650797"/>
            <a:chOff x="7048175" y="2243287"/>
            <a:chExt cx="5288022" cy="165079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407C94B-8CF2-F637-5A3A-553B7B565203}"/>
                    </a:ext>
                  </a:extLst>
                </p14:cNvPr>
                <p14:cNvContentPartPr/>
                <p14:nvPr/>
              </p14:nvContentPartPr>
              <p14:xfrm>
                <a:off x="7940597" y="2573964"/>
                <a:ext cx="4183200" cy="1171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407C94B-8CF2-F637-5A3A-553B7B56520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77597" y="2510964"/>
                  <a:ext cx="4308840" cy="12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F7BB7E0-F187-CEE4-2A5B-1D271CA948E3}"/>
                    </a:ext>
                  </a:extLst>
                </p14:cNvPr>
                <p14:cNvContentPartPr/>
                <p14:nvPr/>
              </p14:nvContentPartPr>
              <p14:xfrm>
                <a:off x="11581997" y="2770884"/>
                <a:ext cx="635040" cy="333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F7BB7E0-F187-CEE4-2A5B-1D271CA948E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519357" y="2708244"/>
                  <a:ext cx="7606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98A889F1-3618-86EA-D604-AE9497DD2463}"/>
                    </a:ext>
                  </a:extLst>
                </p14:cNvPr>
                <p14:cNvContentPartPr/>
                <p14:nvPr/>
              </p14:nvContentPartPr>
              <p14:xfrm>
                <a:off x="9414797" y="2642364"/>
                <a:ext cx="2921400" cy="125172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98A889F1-3618-86EA-D604-AE9497DD246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52157" y="2579724"/>
                  <a:ext cx="3047040" cy="13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12901F56-61F8-161B-2685-F7ECFF2EBBE5}"/>
                    </a:ext>
                  </a:extLst>
                </p14:cNvPr>
                <p14:cNvContentPartPr/>
                <p14:nvPr/>
              </p14:nvContentPartPr>
              <p14:xfrm>
                <a:off x="12011117" y="2851164"/>
                <a:ext cx="253440" cy="36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12901F56-61F8-161B-2685-F7ECFF2EBBE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948117" y="2788524"/>
                  <a:ext cx="379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71" name="Ink 1070">
                  <a:extLst>
                    <a:ext uri="{FF2B5EF4-FFF2-40B4-BE49-F238E27FC236}">
                      <a16:creationId xmlns:a16="http://schemas.microsoft.com/office/drawing/2014/main" id="{BB46EAF4-865E-A8E7-6A14-4948C1FD0C78}"/>
                    </a:ext>
                  </a:extLst>
                </p14:cNvPr>
                <p14:cNvContentPartPr/>
                <p14:nvPr/>
              </p14:nvContentPartPr>
              <p14:xfrm>
                <a:off x="9805415" y="2287567"/>
                <a:ext cx="186840" cy="192600"/>
              </p14:xfrm>
            </p:contentPart>
          </mc:Choice>
          <mc:Fallback xmlns=""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BB46EAF4-865E-A8E7-6A14-4948C1FD0C7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787775" y="2269567"/>
                  <a:ext cx="222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5DBC1108-2462-6A1B-C390-1BD601FA929C}"/>
                    </a:ext>
                  </a:extLst>
                </p14:cNvPr>
                <p14:cNvContentPartPr/>
                <p14:nvPr/>
              </p14:nvContentPartPr>
              <p14:xfrm>
                <a:off x="10003415" y="2253007"/>
                <a:ext cx="104400" cy="2988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5DBC1108-2462-6A1B-C390-1BD601FA929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985415" y="2235367"/>
                  <a:ext cx="140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079" name="Ink 1078">
                  <a:extLst>
                    <a:ext uri="{FF2B5EF4-FFF2-40B4-BE49-F238E27FC236}">
                      <a16:creationId xmlns:a16="http://schemas.microsoft.com/office/drawing/2014/main" id="{69170156-EA55-D111-4A93-8DC69496E166}"/>
                    </a:ext>
                  </a:extLst>
                </p14:cNvPr>
                <p14:cNvContentPartPr/>
                <p14:nvPr/>
              </p14:nvContentPartPr>
              <p14:xfrm>
                <a:off x="10104215" y="2258767"/>
                <a:ext cx="469800" cy="365760"/>
              </p14:xfrm>
            </p:contentPart>
          </mc:Choice>
          <mc:Fallback xmlns=""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69170156-EA55-D111-4A93-8DC69496E16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86575" y="2240767"/>
                  <a:ext cx="5054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82" name="Ink 1081">
                  <a:extLst>
                    <a:ext uri="{FF2B5EF4-FFF2-40B4-BE49-F238E27FC236}">
                      <a16:creationId xmlns:a16="http://schemas.microsoft.com/office/drawing/2014/main" id="{6C338591-5AF0-C0B3-5D14-6F85E047BDAB}"/>
                    </a:ext>
                  </a:extLst>
                </p14:cNvPr>
                <p14:cNvContentPartPr/>
                <p14:nvPr/>
              </p14:nvContentPartPr>
              <p14:xfrm>
                <a:off x="10580855" y="2628847"/>
                <a:ext cx="23760" cy="54000"/>
              </p14:xfrm>
            </p:contentPart>
          </mc:Choice>
          <mc:Fallback xmlns="">
            <p:pic>
              <p:nvPicPr>
                <p:cNvPr id="1082" name="Ink 1081">
                  <a:extLst>
                    <a:ext uri="{FF2B5EF4-FFF2-40B4-BE49-F238E27FC236}">
                      <a16:creationId xmlns:a16="http://schemas.microsoft.com/office/drawing/2014/main" id="{6C338591-5AF0-C0B3-5D14-6F85E047BDA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563215" y="2611207"/>
                  <a:ext cx="59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4A47885C-92AA-DC2C-61D3-7049A1883933}"/>
                    </a:ext>
                  </a:extLst>
                </p14:cNvPr>
                <p14:cNvContentPartPr/>
                <p14:nvPr/>
              </p14:nvContentPartPr>
              <p14:xfrm>
                <a:off x="9938255" y="2243287"/>
                <a:ext cx="162360" cy="87120"/>
              </p14:xfrm>
            </p:contentPart>
          </mc:Choice>
          <mc:Fallback xmlns=""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4A47885C-92AA-DC2C-61D3-7049A188393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920615" y="2225287"/>
                  <a:ext cx="198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2871C475-8F2B-A98C-6E1C-FA8895788130}"/>
                    </a:ext>
                  </a:extLst>
                </p14:cNvPr>
                <p14:cNvContentPartPr/>
                <p14:nvPr/>
              </p14:nvContentPartPr>
              <p14:xfrm>
                <a:off x="9919895" y="2294407"/>
                <a:ext cx="360" cy="36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2871C475-8F2B-A98C-6E1C-FA889578813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901895" y="227676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328AA570-2C6B-5ED3-A206-93D723311D72}"/>
                    </a:ext>
                  </a:extLst>
                </p14:cNvPr>
                <p14:cNvContentPartPr/>
                <p14:nvPr/>
              </p14:nvContentPartPr>
              <p14:xfrm>
                <a:off x="7048175" y="3338926"/>
                <a:ext cx="697680" cy="17676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328AA570-2C6B-5ED3-A206-93D723311D7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030535" y="3321286"/>
                  <a:ext cx="733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0C7116AB-1253-C84F-362F-FBF6775E4761}"/>
                    </a:ext>
                  </a:extLst>
                </p14:cNvPr>
                <p14:cNvContentPartPr/>
                <p14:nvPr/>
              </p14:nvContentPartPr>
              <p14:xfrm>
                <a:off x="7089935" y="3439366"/>
                <a:ext cx="332640" cy="5040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0C7116AB-1253-C84F-362F-FBF6775E476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072295" y="3421726"/>
                  <a:ext cx="3682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9CB0EF6A-9EF1-7928-036A-7CAED9B16907}"/>
                    </a:ext>
                  </a:extLst>
                </p14:cNvPr>
                <p14:cNvContentPartPr/>
                <p14:nvPr/>
              </p14:nvContentPartPr>
              <p14:xfrm>
                <a:off x="7760975" y="3320206"/>
                <a:ext cx="119880" cy="2592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9CB0EF6A-9EF1-7928-036A-7CAED9B1690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743335" y="3302206"/>
                  <a:ext cx="155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A46FCB07-AAAC-D366-65DA-4AC15A8A7FD5}"/>
                    </a:ext>
                  </a:extLst>
                </p14:cNvPr>
                <p14:cNvContentPartPr/>
                <p14:nvPr/>
              </p14:nvContentPartPr>
              <p14:xfrm>
                <a:off x="7849535" y="3296806"/>
                <a:ext cx="17640" cy="2484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A46FCB07-AAAC-D366-65DA-4AC15A8A7FD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31535" y="3279166"/>
                  <a:ext cx="53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110" name="Ink 1109">
                  <a:extLst>
                    <a:ext uri="{FF2B5EF4-FFF2-40B4-BE49-F238E27FC236}">
                      <a16:creationId xmlns:a16="http://schemas.microsoft.com/office/drawing/2014/main" id="{B0F6529A-D7AC-A200-C145-D4F8843F2CAB}"/>
                    </a:ext>
                  </a:extLst>
                </p14:cNvPr>
                <p14:cNvContentPartPr/>
                <p14:nvPr/>
              </p14:nvContentPartPr>
              <p14:xfrm>
                <a:off x="10918535" y="2745445"/>
                <a:ext cx="709920" cy="283680"/>
              </p14:xfrm>
            </p:contentPart>
          </mc:Choice>
          <mc:Fallback xmlns="">
            <p:pic>
              <p:nvPicPr>
                <p:cNvPr id="1110" name="Ink 1109">
                  <a:extLst>
                    <a:ext uri="{FF2B5EF4-FFF2-40B4-BE49-F238E27FC236}">
                      <a16:creationId xmlns:a16="http://schemas.microsoft.com/office/drawing/2014/main" id="{B0F6529A-D7AC-A200-C145-D4F8843F2CA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882895" y="2709445"/>
                  <a:ext cx="78156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C5ECB91E-DE41-3EB0-8365-3D44D8542D04}"/>
                    </a:ext>
                  </a:extLst>
                </p14:cNvPr>
                <p14:cNvContentPartPr/>
                <p14:nvPr/>
              </p14:nvContentPartPr>
              <p14:xfrm>
                <a:off x="11629175" y="2666605"/>
                <a:ext cx="559080" cy="314640"/>
              </p14:xfrm>
            </p:contentPart>
          </mc:Choice>
          <mc:Fallback xmlns=""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C5ECB91E-DE41-3EB0-8365-3D44D8542D0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593535" y="2630965"/>
                  <a:ext cx="6307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114" name="Ink 1113">
                  <a:extLst>
                    <a:ext uri="{FF2B5EF4-FFF2-40B4-BE49-F238E27FC236}">
                      <a16:creationId xmlns:a16="http://schemas.microsoft.com/office/drawing/2014/main" id="{93C112F1-8FB0-F514-8258-7C926E579223}"/>
                    </a:ext>
                  </a:extLst>
                </p14:cNvPr>
                <p14:cNvContentPartPr/>
                <p14:nvPr/>
              </p14:nvContentPartPr>
              <p14:xfrm>
                <a:off x="11661575" y="2575885"/>
                <a:ext cx="587880" cy="286200"/>
              </p14:xfrm>
            </p:contentPart>
          </mc:Choice>
          <mc:Fallback xmlns="">
            <p:pic>
              <p:nvPicPr>
                <p:cNvPr id="1114" name="Ink 1113">
                  <a:extLst>
                    <a:ext uri="{FF2B5EF4-FFF2-40B4-BE49-F238E27FC236}">
                      <a16:creationId xmlns:a16="http://schemas.microsoft.com/office/drawing/2014/main" id="{93C112F1-8FB0-F514-8258-7C926E57922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625575" y="2539885"/>
                  <a:ext cx="6595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117" name="Ink 1116">
                  <a:extLst>
                    <a:ext uri="{FF2B5EF4-FFF2-40B4-BE49-F238E27FC236}">
                      <a16:creationId xmlns:a16="http://schemas.microsoft.com/office/drawing/2014/main" id="{7513CACE-A1C8-91C8-48F7-16C123A439A8}"/>
                    </a:ext>
                  </a:extLst>
                </p14:cNvPr>
                <p14:cNvContentPartPr/>
                <p14:nvPr/>
              </p14:nvContentPartPr>
              <p14:xfrm>
                <a:off x="11641415" y="2829685"/>
                <a:ext cx="360" cy="360"/>
              </p14:xfrm>
            </p:contentPart>
          </mc:Choice>
          <mc:Fallback xmlns=""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7513CACE-A1C8-91C8-48F7-16C123A439A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605775" y="279404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D74DD9AF-E890-8F60-8D7B-DD14D22DC241}"/>
              </a:ext>
            </a:extLst>
          </p:cNvPr>
          <p:cNvSpPr/>
          <p:nvPr/>
        </p:nvSpPr>
        <p:spPr>
          <a:xfrm>
            <a:off x="7731282" y="3198294"/>
            <a:ext cx="11430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E0D251-E560-3046-13D9-F287A36205C8}"/>
              </a:ext>
            </a:extLst>
          </p:cNvPr>
          <p:cNvSpPr/>
          <p:nvPr/>
        </p:nvSpPr>
        <p:spPr>
          <a:xfrm>
            <a:off x="9173886" y="2952786"/>
            <a:ext cx="11430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8F562-EE39-72D8-FC66-7F2D9BBDA06E}"/>
              </a:ext>
            </a:extLst>
          </p:cNvPr>
          <p:cNvSpPr/>
          <p:nvPr/>
        </p:nvSpPr>
        <p:spPr>
          <a:xfrm>
            <a:off x="8416659" y="3359626"/>
            <a:ext cx="11430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FC0D389-A176-B4BF-B139-85D002B5377F}"/>
              </a:ext>
            </a:extLst>
          </p:cNvPr>
          <p:cNvSpPr/>
          <p:nvPr/>
        </p:nvSpPr>
        <p:spPr>
          <a:xfrm>
            <a:off x="9895598" y="2150145"/>
            <a:ext cx="11430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C05903-4961-DEDE-8BC1-8780C9AF9D91}"/>
              </a:ext>
            </a:extLst>
          </p:cNvPr>
          <p:cNvSpPr/>
          <p:nvPr/>
        </p:nvSpPr>
        <p:spPr>
          <a:xfrm>
            <a:off x="11232876" y="2558078"/>
            <a:ext cx="11430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C245E0-6E56-B7D5-4DC9-D22740A6DA8E}"/>
              </a:ext>
            </a:extLst>
          </p:cNvPr>
          <p:cNvSpPr/>
          <p:nvPr/>
        </p:nvSpPr>
        <p:spPr>
          <a:xfrm>
            <a:off x="11377127" y="2722080"/>
            <a:ext cx="11430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1CA6FA-F8D8-451B-CC85-08B160C4B0A8}"/>
              </a:ext>
            </a:extLst>
          </p:cNvPr>
          <p:cNvSpPr/>
          <p:nvPr/>
        </p:nvSpPr>
        <p:spPr>
          <a:xfrm>
            <a:off x="10784920" y="2809876"/>
            <a:ext cx="11430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02838C-5E84-6179-085B-8A41AD9D7961}"/>
              </a:ext>
            </a:extLst>
          </p:cNvPr>
          <p:cNvSpPr/>
          <p:nvPr/>
        </p:nvSpPr>
        <p:spPr>
          <a:xfrm>
            <a:off x="2183130" y="4903470"/>
            <a:ext cx="11430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1132878-BFF4-C539-7141-DFDD35E6C5C8}"/>
              </a:ext>
            </a:extLst>
          </p:cNvPr>
          <p:cNvSpPr/>
          <p:nvPr/>
        </p:nvSpPr>
        <p:spPr>
          <a:xfrm>
            <a:off x="4575810" y="3958590"/>
            <a:ext cx="11430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83784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person&#10;&#10;AI-generated content may be incorrect.">
            <a:extLst>
              <a:ext uri="{FF2B5EF4-FFF2-40B4-BE49-F238E27FC236}">
                <a16:creationId xmlns:a16="http://schemas.microsoft.com/office/drawing/2014/main" id="{14CA6A7B-EBAC-9FF1-308F-639C200F0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143000"/>
            <a:ext cx="7772400" cy="353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3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5124</TotalTime>
  <Words>560</Words>
  <Application>Microsoft Macintosh PowerPoint</Application>
  <PresentationFormat>Widescreen</PresentationFormat>
  <Paragraphs>249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Francisca Muñoz Narbona</dc:creator>
  <cp:lastModifiedBy>Francisca Muñoz Narbona</cp:lastModifiedBy>
  <cp:revision>12</cp:revision>
  <dcterms:created xsi:type="dcterms:W3CDTF">2026-06-01T21:44:36Z</dcterms:created>
  <dcterms:modified xsi:type="dcterms:W3CDTF">2026-10-01T19:49:27Z</dcterms:modified>
</cp:coreProperties>
</file>