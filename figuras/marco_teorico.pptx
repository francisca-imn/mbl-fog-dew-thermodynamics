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7"/>
  </p:normalViewPr>
  <p:slideViewPr>
    <p:cSldViewPr snapToGrid="0">
      <p:cViewPr>
        <p:scale>
          <a:sx n="111" d="100"/>
          <a:sy n="111" d="100"/>
        </p:scale>
        <p:origin x="8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F101-9E6C-8383-EFC4-E4419E550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4CE13-0CB2-A045-2596-4FE6914DE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1468A-08D6-8E65-69C2-042089AD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2CE6-6C8C-6844-92B5-777F7788682A}" type="datetimeFigureOut">
              <a:rPr lang="en-CL" smtClean="0"/>
              <a:t>06-07-26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926CE-C6FF-16F0-EA4B-5BB60489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C5B75-FF07-6505-017B-D9C2E68F0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3A27-C0FA-0344-B11E-C84653CFF7A2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82270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0C25C-96B8-8137-CE42-19BB041CA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A7904-19B2-2680-B234-0EF04C694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2B715-5658-B49C-08D6-D3B0D71A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2CE6-6C8C-6844-92B5-777F7788682A}" type="datetimeFigureOut">
              <a:rPr lang="en-CL" smtClean="0"/>
              <a:t>06-07-26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595DB-5DD3-A4EB-8EE1-556D47706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07A74-A8D0-7B52-FFFD-BE76085B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3A27-C0FA-0344-B11E-C84653CFF7A2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66967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17DD-C504-65FA-5F20-06DED28CE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28867-4E68-D58F-18B4-66EBFF1E4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77B4F-1A59-3FF9-40B0-F8E7D880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2CE6-6C8C-6844-92B5-777F7788682A}" type="datetimeFigureOut">
              <a:rPr lang="en-CL" smtClean="0"/>
              <a:t>06-07-26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DE984-1158-7EBC-BA82-1578A078A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E6DAB-8685-08BA-38EC-E1483D3B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3A27-C0FA-0344-B11E-C84653CFF7A2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39892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E0C2-F47B-BABF-BBE5-DAC823388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DE7E4-6A22-352E-D6A5-395960602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F446C-F217-0704-B447-1647D9639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11832-EE07-7599-2118-E55211BC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2CE6-6C8C-6844-92B5-777F7788682A}" type="datetimeFigureOut">
              <a:rPr lang="en-CL" smtClean="0"/>
              <a:t>06-07-26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F9ECB-AB28-30F1-6B40-215D016C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869B9-28C5-640B-5170-657F3A60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3A27-C0FA-0344-B11E-C84653CFF7A2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3996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D417-1578-710E-B1D3-2CF799075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14C44-F5E9-532E-5E0E-9E6B2BD40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FC43B-E21D-769D-9948-0866BB483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3945E-AA49-63DF-F59D-8AF0DA41AA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998A6B-7812-EA88-1185-4C04F247E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7734B-66DC-88B8-CF66-E5D9F25AA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2CE6-6C8C-6844-92B5-777F7788682A}" type="datetimeFigureOut">
              <a:rPr lang="en-CL" smtClean="0"/>
              <a:t>06-07-26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7B3AF0-EE50-123E-4E7C-1DA113AA5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8647A8-FE11-27A9-D956-41224E799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3A27-C0FA-0344-B11E-C84653CFF7A2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9456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85440-08D0-AA2E-A38A-D895982CE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0BC2BF-AF6D-7F1C-03AA-EB8E0EE99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2CE6-6C8C-6844-92B5-777F7788682A}" type="datetimeFigureOut">
              <a:rPr lang="en-CL" smtClean="0"/>
              <a:t>06-07-26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39F28-74EF-D15F-EB49-F1ADE5DD8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2ED6E-EB2B-A8E0-4C4C-BAE7DDA0F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3A27-C0FA-0344-B11E-C84653CFF7A2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2754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516FF-6730-F84C-62CD-4BB6AC05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2CE6-6C8C-6844-92B5-777F7788682A}" type="datetimeFigureOut">
              <a:rPr lang="en-CL" smtClean="0"/>
              <a:t>06-07-26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8285B6-2261-1CC5-E1A2-6988ADA55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5DCEB-E8A9-8905-9EAE-5EBFE29A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3A27-C0FA-0344-B11E-C84653CFF7A2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24708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220F-D99E-A48B-CEBE-CD96E438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35EAF-9AD3-18E5-FCA1-50E16D6C5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71DEE-682E-6FAD-D593-17AD7D27D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451A8-8CC8-8D06-C582-3AA868D1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2CE6-6C8C-6844-92B5-777F7788682A}" type="datetimeFigureOut">
              <a:rPr lang="en-CL" smtClean="0"/>
              <a:t>06-07-26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CA7DD-AD62-A946-D6CB-7EA6971FF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46593-8960-193A-471F-C86CA44BC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3A27-C0FA-0344-B11E-C84653CFF7A2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308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E6CD7-1E99-580F-5EEB-ABA436504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A19011-41A8-4C34-0493-DC4F5AF4F1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B2266-4BFC-BDD3-9A9A-349142D9A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84955-CDFE-B793-12B6-F7ACF8370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2CE6-6C8C-6844-92B5-777F7788682A}" type="datetimeFigureOut">
              <a:rPr lang="en-CL" smtClean="0"/>
              <a:t>06-07-26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CD08B-F091-E152-4EB0-6D9CB8E6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10EDA-CF16-B03D-6550-0F3485B8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3A27-C0FA-0344-B11E-C84653CFF7A2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21823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9ECE-7E9B-2C86-8248-4D9188FFC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4F45A-D138-11F2-9A19-65C7BD5F1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CDF3E-6E53-03AB-C1B7-244C216E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2CE6-6C8C-6844-92B5-777F7788682A}" type="datetimeFigureOut">
              <a:rPr lang="en-CL" smtClean="0"/>
              <a:t>06-07-26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53BCE-D948-A5C6-E01E-3C850A298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1E59A-63B4-4F32-2C15-7427B4938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3A27-C0FA-0344-B11E-C84653CFF7A2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92925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95346-9055-2379-F357-AF8078AA7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3B0107-01F3-BC6C-A8AF-7D98CADF7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2B76E-D198-827C-4D13-699BF55F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2CE6-6C8C-6844-92B5-777F7788682A}" type="datetimeFigureOut">
              <a:rPr lang="en-CL" smtClean="0"/>
              <a:t>06-07-26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5F31E-C200-F7A5-0054-2602C088A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E1861-DAAF-D02D-9B00-29F71612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3A27-C0FA-0344-B11E-C84653CFF7A2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940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AA4DE-CE49-ED62-CADA-464EE394B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F01BE-28EA-658E-4E90-BEDBFEFE4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06093-6AD6-9DEE-4ADD-557F8DCB3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B2CE6-6C8C-6844-92B5-777F7788682A}" type="datetimeFigureOut">
              <a:rPr lang="en-CL" smtClean="0"/>
              <a:t>06-07-26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C4634-65A5-D7AA-23B3-31035C460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28D15-0A4E-DD27-BB60-99EA301D5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83A27-C0FA-0344-B11E-C84653CFF7A2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23211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682B4B-2062-11F1-1A45-0CA89C3A2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0041"/>
            <a:ext cx="7772400" cy="663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08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clouds on a black background&#10;&#10;AI-generated content may be incorrect.">
            <a:extLst>
              <a:ext uri="{FF2B5EF4-FFF2-40B4-BE49-F238E27FC236}">
                <a16:creationId xmlns:a16="http://schemas.microsoft.com/office/drawing/2014/main" id="{2192F4C0-E1EC-D493-D306-4D9924C44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" y="3977640"/>
            <a:ext cx="3167620" cy="1165860"/>
          </a:xfrm>
          <a:prstGeom prst="rect">
            <a:avLst/>
          </a:prstGeom>
        </p:spPr>
      </p:pic>
      <p:pic>
        <p:nvPicPr>
          <p:cNvPr id="11" name="Picture 10" descr="A white clouds on a black background&#10;&#10;AI-generated content may be incorrect.">
            <a:extLst>
              <a:ext uri="{FF2B5EF4-FFF2-40B4-BE49-F238E27FC236}">
                <a16:creationId xmlns:a16="http://schemas.microsoft.com/office/drawing/2014/main" id="{67AD396A-CB24-E28C-B81E-65F92F139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546" y="3992654"/>
            <a:ext cx="3167620" cy="1165860"/>
          </a:xfrm>
          <a:prstGeom prst="rect">
            <a:avLst/>
          </a:prstGeom>
        </p:spPr>
      </p:pic>
      <p:pic>
        <p:nvPicPr>
          <p:cNvPr id="12" name="Picture 11" descr="A white clouds on a black background&#10;&#10;AI-generated content may be incorrect.">
            <a:extLst>
              <a:ext uri="{FF2B5EF4-FFF2-40B4-BE49-F238E27FC236}">
                <a16:creationId xmlns:a16="http://schemas.microsoft.com/office/drawing/2014/main" id="{9400AFC2-3059-FD07-B4B1-BF928075D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497" y="4156597"/>
            <a:ext cx="3167620" cy="1165860"/>
          </a:xfrm>
          <a:prstGeom prst="rect">
            <a:avLst/>
          </a:prstGeom>
        </p:spPr>
      </p:pic>
      <p:pic>
        <p:nvPicPr>
          <p:cNvPr id="36" name="Picture 35" descr="A white clouds on a black background&#10;&#10;AI-generated content may be incorrect.">
            <a:extLst>
              <a:ext uri="{FF2B5EF4-FFF2-40B4-BE49-F238E27FC236}">
                <a16:creationId xmlns:a16="http://schemas.microsoft.com/office/drawing/2014/main" id="{21C5A5C4-16BF-D59A-BEEF-9615EC0541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912"/>
          <a:stretch>
            <a:fillRect/>
          </a:stretch>
        </p:blipFill>
        <p:spPr>
          <a:xfrm>
            <a:off x="-6924" y="3992654"/>
            <a:ext cx="1554934" cy="116586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9379B0C-AACE-2D1F-CAAF-9DEE0FE097D7}"/>
              </a:ext>
            </a:extLst>
          </p:cNvPr>
          <p:cNvCxnSpPr>
            <a:cxnSpLocks/>
          </p:cNvCxnSpPr>
          <p:nvPr/>
        </p:nvCxnSpPr>
        <p:spPr>
          <a:xfrm>
            <a:off x="0" y="4225064"/>
            <a:ext cx="882396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7" name="Picture 6" descr="A yellow pyramid with a circle in the background&#10;&#10;AI-generated content may be incorrect.">
            <a:extLst>
              <a:ext uri="{FF2B5EF4-FFF2-40B4-BE49-F238E27FC236}">
                <a16:creationId xmlns:a16="http://schemas.microsoft.com/office/drawing/2014/main" id="{29E3B088-1C31-07FC-5F54-8452D7F0BE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31"/>
          <a:stretch>
            <a:fillRect/>
          </a:stretch>
        </p:blipFill>
        <p:spPr>
          <a:xfrm>
            <a:off x="4796101" y="3279225"/>
            <a:ext cx="7348589" cy="38797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DAF6ECA-B97D-D9FB-34F6-A04E85890841}"/>
              </a:ext>
            </a:extLst>
          </p:cNvPr>
          <p:cNvSpPr/>
          <p:nvPr/>
        </p:nvSpPr>
        <p:spPr>
          <a:xfrm>
            <a:off x="0" y="6652260"/>
            <a:ext cx="4937760" cy="2057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1200" dirty="0"/>
              <a:t>oceano</a:t>
            </a:r>
          </a:p>
        </p:txBody>
      </p:sp>
      <p:pic>
        <p:nvPicPr>
          <p:cNvPr id="14" name="Picture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EEFE438-C86B-0833-0214-3837A116544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881177">
            <a:off x="9763000" y="4413399"/>
            <a:ext cx="511131" cy="511131"/>
          </a:xfrm>
          <a:prstGeom prst="rect">
            <a:avLst/>
          </a:prstGeom>
        </p:spPr>
      </p:pic>
      <p:pic>
        <p:nvPicPr>
          <p:cNvPr id="16" name="Picture 15" descr="A wifi symbol above a fence&#10;&#10;AI-generated content may be incorrect.">
            <a:extLst>
              <a:ext uri="{FF2B5EF4-FFF2-40B4-BE49-F238E27FC236}">
                <a16:creationId xmlns:a16="http://schemas.microsoft.com/office/drawing/2014/main" id="{EB46D824-0BFF-3926-4FAD-B856B4CC689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35349"/>
          <a:stretch>
            <a:fillRect/>
          </a:stretch>
        </p:blipFill>
        <p:spPr>
          <a:xfrm>
            <a:off x="7994201" y="4668966"/>
            <a:ext cx="456609" cy="474534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FC6267-11C6-C938-95B4-9A8BC119607C}"/>
              </a:ext>
            </a:extLst>
          </p:cNvPr>
          <p:cNvCxnSpPr>
            <a:cxnSpLocks/>
          </p:cNvCxnSpPr>
          <p:nvPr/>
        </p:nvCxnSpPr>
        <p:spPr>
          <a:xfrm>
            <a:off x="2029580" y="4225064"/>
            <a:ext cx="0" cy="24271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F7BE08-0AD2-36F3-0E44-A64163930759}"/>
              </a:ext>
            </a:extLst>
          </p:cNvPr>
          <p:cNvCxnSpPr>
            <a:cxnSpLocks/>
          </p:cNvCxnSpPr>
          <p:nvPr/>
        </p:nvCxnSpPr>
        <p:spPr>
          <a:xfrm>
            <a:off x="3640350" y="4225064"/>
            <a:ext cx="0" cy="24271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4A3052E-7658-6E25-73E4-AB1B294F5258}"/>
              </a:ext>
            </a:extLst>
          </p:cNvPr>
          <p:cNvCxnSpPr>
            <a:cxnSpLocks/>
          </p:cNvCxnSpPr>
          <p:nvPr/>
        </p:nvCxnSpPr>
        <p:spPr>
          <a:xfrm flipH="1">
            <a:off x="1286059" y="4228648"/>
            <a:ext cx="7484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B3347C2-6905-6E23-5071-65F9765BB3B6}"/>
              </a:ext>
            </a:extLst>
          </p:cNvPr>
          <p:cNvCxnSpPr>
            <a:cxnSpLocks/>
          </p:cNvCxnSpPr>
          <p:nvPr/>
        </p:nvCxnSpPr>
        <p:spPr>
          <a:xfrm>
            <a:off x="932793" y="3370355"/>
            <a:ext cx="368125" cy="8668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FF6BD0B-27ED-DF74-883B-54F2FD3DA074}"/>
              </a:ext>
            </a:extLst>
          </p:cNvPr>
          <p:cNvCxnSpPr>
            <a:cxnSpLocks/>
          </p:cNvCxnSpPr>
          <p:nvPr/>
        </p:nvCxnSpPr>
        <p:spPr>
          <a:xfrm>
            <a:off x="3638368" y="4225064"/>
            <a:ext cx="11577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3C335DE-58C6-9A93-DE4A-654340613100}"/>
              </a:ext>
            </a:extLst>
          </p:cNvPr>
          <p:cNvCxnSpPr>
            <a:cxnSpLocks/>
          </p:cNvCxnSpPr>
          <p:nvPr/>
        </p:nvCxnSpPr>
        <p:spPr>
          <a:xfrm flipV="1">
            <a:off x="4798083" y="3333646"/>
            <a:ext cx="347160" cy="8989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55B0B3C-63B5-557C-AC40-B4D2343043C6}"/>
              </a:ext>
            </a:extLst>
          </p:cNvPr>
          <p:cNvCxnSpPr>
            <a:cxnSpLocks/>
          </p:cNvCxnSpPr>
          <p:nvPr/>
        </p:nvCxnSpPr>
        <p:spPr>
          <a:xfrm flipV="1">
            <a:off x="3688491" y="4264154"/>
            <a:ext cx="607813" cy="2373092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E6ED81C-D0D3-E095-6318-3B5919B17EEB}"/>
              </a:ext>
            </a:extLst>
          </p:cNvPr>
          <p:cNvSpPr txBox="1"/>
          <p:nvPr/>
        </p:nvSpPr>
        <p:spPr>
          <a:xfrm>
            <a:off x="1354127" y="5162098"/>
            <a:ext cx="831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</a:t>
            </a:r>
            <a:r>
              <a:rPr lang="en-CL" sz="1600" baseline="-25000" dirty="0"/>
              <a:t>niebla</a:t>
            </a:r>
          </a:p>
          <a:p>
            <a:r>
              <a:rPr lang="en-US" sz="1600" dirty="0"/>
              <a:t>q</a:t>
            </a:r>
            <a:r>
              <a:rPr lang="en-CL" sz="1600" baseline="-25000" dirty="0"/>
              <a:t>rocio</a:t>
            </a:r>
            <a:endParaRPr lang="en-CL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6D9A33-25BF-C9BF-C638-C81737F3F069}"/>
              </a:ext>
            </a:extLst>
          </p:cNvPr>
          <p:cNvSpPr txBox="1"/>
          <p:nvPr/>
        </p:nvSpPr>
        <p:spPr>
          <a:xfrm>
            <a:off x="2730721" y="4890201"/>
            <a:ext cx="945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002060"/>
                </a:solidFill>
              </a:rPr>
              <a:t>𝜃</a:t>
            </a:r>
            <a:r>
              <a:rPr lang="en-CL" sz="1600" baseline="-25000" dirty="0">
                <a:solidFill>
                  <a:srgbClr val="002060"/>
                </a:solidFill>
              </a:rPr>
              <a:t>niebla</a:t>
            </a:r>
          </a:p>
          <a:p>
            <a:pPr algn="r"/>
            <a:r>
              <a:rPr lang="en-CL" sz="1600" b="1" i="1" baseline="-25000" dirty="0">
                <a:solidFill>
                  <a:srgbClr val="002060"/>
                </a:solidFill>
              </a:rPr>
              <a:t>Turbulento</a:t>
            </a:r>
            <a:endParaRPr lang="en-CL" sz="1600" b="1" i="1" dirty="0">
              <a:solidFill>
                <a:srgbClr val="00206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C2656F-3CD9-0A6F-37D1-ED4B8069FBEB}"/>
              </a:ext>
            </a:extLst>
          </p:cNvPr>
          <p:cNvSpPr txBox="1"/>
          <p:nvPr/>
        </p:nvSpPr>
        <p:spPr>
          <a:xfrm>
            <a:off x="11546721" y="6648450"/>
            <a:ext cx="831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rgbClr val="002060"/>
                </a:solidFill>
              </a:rPr>
              <a:t>0 km</a:t>
            </a:r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2F7120E9-8FDF-55AC-141D-0FEAC593B7DC}"/>
              </a:ext>
            </a:extLst>
          </p:cNvPr>
          <p:cNvSpPr/>
          <p:nvPr/>
        </p:nvSpPr>
        <p:spPr>
          <a:xfrm>
            <a:off x="1971224" y="3589020"/>
            <a:ext cx="214408" cy="430303"/>
          </a:xfrm>
          <a:prstGeom prst="downArrow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4" name="Down Arrow 43">
            <a:extLst>
              <a:ext uri="{FF2B5EF4-FFF2-40B4-BE49-F238E27FC236}">
                <a16:creationId xmlns:a16="http://schemas.microsoft.com/office/drawing/2014/main" id="{B1616356-39F8-7A8F-119C-4D72196472CF}"/>
              </a:ext>
            </a:extLst>
          </p:cNvPr>
          <p:cNvSpPr/>
          <p:nvPr/>
        </p:nvSpPr>
        <p:spPr>
          <a:xfrm>
            <a:off x="2442864" y="3589020"/>
            <a:ext cx="214408" cy="430303"/>
          </a:xfrm>
          <a:prstGeom prst="downArrow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5" name="Down Arrow 44">
            <a:extLst>
              <a:ext uri="{FF2B5EF4-FFF2-40B4-BE49-F238E27FC236}">
                <a16:creationId xmlns:a16="http://schemas.microsoft.com/office/drawing/2014/main" id="{25D0995C-4F5E-2CC3-30D5-A45F86B9D644}"/>
              </a:ext>
            </a:extLst>
          </p:cNvPr>
          <p:cNvSpPr/>
          <p:nvPr/>
        </p:nvSpPr>
        <p:spPr>
          <a:xfrm>
            <a:off x="2870541" y="3594509"/>
            <a:ext cx="214408" cy="430303"/>
          </a:xfrm>
          <a:prstGeom prst="downArrow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FC375F-FAAE-ACCC-2997-783BF27DD51C}"/>
              </a:ext>
            </a:extLst>
          </p:cNvPr>
          <p:cNvSpPr txBox="1"/>
          <p:nvPr/>
        </p:nvSpPr>
        <p:spPr>
          <a:xfrm>
            <a:off x="1982642" y="3279225"/>
            <a:ext cx="1293153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419" sz="1400" i="1" dirty="0">
                <a:solidFill>
                  <a:schemeClr val="bg2">
                    <a:lumMod val="50000"/>
                  </a:schemeClr>
                </a:solidFill>
              </a:rPr>
              <a:t>Subsidencia</a:t>
            </a:r>
            <a:endParaRPr lang="en-CL" sz="1400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99A486-D222-8405-DC58-B273979626E2}"/>
              </a:ext>
            </a:extLst>
          </p:cNvPr>
          <p:cNvSpPr txBox="1"/>
          <p:nvPr/>
        </p:nvSpPr>
        <p:spPr>
          <a:xfrm rot="16200000">
            <a:off x="-831784" y="5252424"/>
            <a:ext cx="1926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Capa límite marina (MBL)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117726F-7A02-E791-55F4-52E8FAAF75C1}"/>
                  </a:ext>
                </a:extLst>
              </p:cNvPr>
              <p:cNvSpPr txBox="1"/>
              <p:nvPr/>
            </p:nvSpPr>
            <p:spPr>
              <a:xfrm>
                <a:off x="7380766" y="5098471"/>
                <a:ext cx="1683478" cy="934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419" sz="1400" b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SFC</a:t>
                </a:r>
              </a:p>
              <a:p>
                <a:pPr algn="ctr"/>
                <a:r>
                  <a:rPr lang="es-419" sz="1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T°</a:t>
                </a:r>
                <a:r>
                  <a:rPr lang="es-419" sz="1400" baseline="-25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aire </a:t>
                </a:r>
                <a:r>
                  <a:rPr lang="es-419" sz="1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&lt; T°</a:t>
                </a:r>
                <a:r>
                  <a:rPr lang="es-419" sz="1400" baseline="-25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rocío</a:t>
                </a:r>
              </a:p>
              <a:p>
                <a:pPr algn="ctr"/>
                <a:endParaRPr lang="es-419" sz="1400" baseline="-250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CL" sz="120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s-419" sz="12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Δq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s-419" sz="12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s-419" sz="12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CL" sz="1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&gt; 0</a:t>
                </a: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117726F-7A02-E791-55F4-52E8FAAF7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766" y="5098471"/>
                <a:ext cx="1683478" cy="934295"/>
              </a:xfrm>
              <a:prstGeom prst="rect">
                <a:avLst/>
              </a:prstGeom>
              <a:blipFill>
                <a:blip r:embed="rId6"/>
                <a:stretch>
                  <a:fillRect t="-1333" b="-2667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81D0CC4-06A5-AB62-BDF5-074AEBAA92C1}"/>
                  </a:ext>
                </a:extLst>
              </p:cNvPr>
              <p:cNvSpPr txBox="1"/>
              <p:nvPr/>
            </p:nvSpPr>
            <p:spPr>
              <a:xfrm>
                <a:off x="9154395" y="4910282"/>
                <a:ext cx="1683478" cy="978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419" sz="1400" b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SDC</a:t>
                </a:r>
              </a:p>
              <a:p>
                <a:pPr algn="ctr"/>
                <a:r>
                  <a:rPr lang="es-419" sz="1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T°</a:t>
                </a:r>
                <a:r>
                  <a:rPr lang="es-419" sz="1400" baseline="-25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sup </a:t>
                </a:r>
                <a:r>
                  <a:rPr lang="es-419" sz="1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&lt; T°</a:t>
                </a:r>
                <a:r>
                  <a:rPr lang="es-419" sz="1400" baseline="-25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rocío</a:t>
                </a:r>
                <a:br>
                  <a:rPr lang="es-419" sz="1400" baseline="-25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</a:br>
                <a:endParaRPr lang="es-419" sz="1400" baseline="-250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CL" sz="140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s-419" sz="14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Δq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s-419" sz="14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s-419" sz="1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CL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&lt; 0</a:t>
                </a:r>
                <a:endParaRPr lang="en-CL" sz="1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81D0CC4-06A5-AB62-BDF5-074AEBAA9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395" y="4910282"/>
                <a:ext cx="1683478" cy="978858"/>
              </a:xfrm>
              <a:prstGeom prst="rect">
                <a:avLst/>
              </a:prstGeom>
              <a:blipFill>
                <a:blip r:embed="rId7"/>
                <a:stretch>
                  <a:fillRect t="-1282" b="-3846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Picture 53" descr="A group of water drops&#10;&#10;AI-generated content may be incorrect.">
            <a:extLst>
              <a:ext uri="{FF2B5EF4-FFF2-40B4-BE49-F238E27FC236}">
                <a16:creationId xmlns:a16="http://schemas.microsoft.com/office/drawing/2014/main" id="{A0338110-C5B7-6583-9B99-4BB54D65DF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923917" flipH="1">
            <a:off x="10071167" y="4379269"/>
            <a:ext cx="182506" cy="182506"/>
          </a:xfrm>
          <a:prstGeom prst="rect">
            <a:avLst/>
          </a:prstGeom>
        </p:spPr>
      </p:pic>
      <p:sp>
        <p:nvSpPr>
          <p:cNvPr id="56" name="Down Arrow 55">
            <a:extLst>
              <a:ext uri="{FF2B5EF4-FFF2-40B4-BE49-F238E27FC236}">
                <a16:creationId xmlns:a16="http://schemas.microsoft.com/office/drawing/2014/main" id="{5CAB2A3E-88E1-C789-8E4C-A7839517D966}"/>
              </a:ext>
            </a:extLst>
          </p:cNvPr>
          <p:cNvSpPr/>
          <p:nvPr/>
        </p:nvSpPr>
        <p:spPr>
          <a:xfrm rot="10800000">
            <a:off x="556841" y="6063901"/>
            <a:ext cx="388686" cy="549270"/>
          </a:xfrm>
          <a:prstGeom prst="downArrow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47FCB1-6456-8E6E-DF5B-7EC32DA5ADCD}"/>
              </a:ext>
            </a:extLst>
          </p:cNvPr>
          <p:cNvSpPr txBox="1"/>
          <p:nvPr/>
        </p:nvSpPr>
        <p:spPr>
          <a:xfrm>
            <a:off x="557908" y="5765799"/>
            <a:ext cx="831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</a:t>
            </a:r>
            <a:endParaRPr lang="en-CL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CF979663-020F-06BE-76AC-DA114A19D252}"/>
              </a:ext>
            </a:extLst>
          </p:cNvPr>
          <p:cNvSpPr/>
          <p:nvPr/>
        </p:nvSpPr>
        <p:spPr>
          <a:xfrm>
            <a:off x="10259092" y="4070705"/>
            <a:ext cx="132484" cy="258098"/>
          </a:xfrm>
          <a:prstGeom prst="downArrow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EB73CA-EC14-0E27-239D-CCCB70587DDA}"/>
              </a:ext>
            </a:extLst>
          </p:cNvPr>
          <p:cNvSpPr txBox="1"/>
          <p:nvPr/>
        </p:nvSpPr>
        <p:spPr>
          <a:xfrm>
            <a:off x="10162420" y="3795201"/>
            <a:ext cx="831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</a:t>
            </a:r>
            <a:endParaRPr lang="en-CL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Down Arrow 59">
            <a:extLst>
              <a:ext uri="{FF2B5EF4-FFF2-40B4-BE49-F238E27FC236}">
                <a16:creationId xmlns:a16="http://schemas.microsoft.com/office/drawing/2014/main" id="{BA61E668-CC02-FD1B-4AF5-7B7903FFE6DA}"/>
              </a:ext>
            </a:extLst>
          </p:cNvPr>
          <p:cNvSpPr/>
          <p:nvPr/>
        </p:nvSpPr>
        <p:spPr>
          <a:xfrm rot="10800000">
            <a:off x="9765029" y="3964970"/>
            <a:ext cx="208448" cy="351163"/>
          </a:xfrm>
          <a:prstGeom prst="down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>
              <a:solidFill>
                <a:srgbClr val="C0000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A1E5FE3-79EC-81CC-FD3B-3B3316DC6345}"/>
              </a:ext>
            </a:extLst>
          </p:cNvPr>
          <p:cNvSpPr txBox="1"/>
          <p:nvPr/>
        </p:nvSpPr>
        <p:spPr>
          <a:xfrm>
            <a:off x="9667345" y="3684877"/>
            <a:ext cx="54589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419" sz="1400" dirty="0">
                <a:solidFill>
                  <a:srgbClr val="C00000"/>
                </a:solidFill>
              </a:rPr>
              <a:t>LW</a:t>
            </a:r>
            <a:endParaRPr lang="en-CL" sz="1400" dirty="0">
              <a:solidFill>
                <a:srgbClr val="C00000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13235E7-6327-639A-85CA-A539A42F55CD}"/>
              </a:ext>
            </a:extLst>
          </p:cNvPr>
          <p:cNvCxnSpPr/>
          <p:nvPr/>
        </p:nvCxnSpPr>
        <p:spPr>
          <a:xfrm>
            <a:off x="11498580" y="4043898"/>
            <a:ext cx="0" cy="27624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5C79292-0381-A65B-3917-D7484F718BE1}"/>
              </a:ext>
            </a:extLst>
          </p:cNvPr>
          <p:cNvCxnSpPr>
            <a:cxnSpLocks/>
          </p:cNvCxnSpPr>
          <p:nvPr/>
        </p:nvCxnSpPr>
        <p:spPr>
          <a:xfrm flipH="1">
            <a:off x="11361632" y="4043898"/>
            <a:ext cx="2398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5CFA57A-2066-703C-7C7C-97B4D01A7CA4}"/>
              </a:ext>
            </a:extLst>
          </p:cNvPr>
          <p:cNvCxnSpPr>
            <a:cxnSpLocks/>
          </p:cNvCxnSpPr>
          <p:nvPr/>
        </p:nvCxnSpPr>
        <p:spPr>
          <a:xfrm flipH="1">
            <a:off x="11338560" y="6806374"/>
            <a:ext cx="2628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68C4565-9388-D08A-E3E3-B9607D0C8369}"/>
              </a:ext>
            </a:extLst>
          </p:cNvPr>
          <p:cNvCxnSpPr>
            <a:cxnSpLocks/>
          </p:cNvCxnSpPr>
          <p:nvPr/>
        </p:nvCxnSpPr>
        <p:spPr>
          <a:xfrm flipH="1">
            <a:off x="11361632" y="5565618"/>
            <a:ext cx="2398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FB2F6EF-B1C8-195F-9D60-7896ADACCEFB}"/>
              </a:ext>
            </a:extLst>
          </p:cNvPr>
          <p:cNvCxnSpPr>
            <a:cxnSpLocks/>
          </p:cNvCxnSpPr>
          <p:nvPr/>
        </p:nvCxnSpPr>
        <p:spPr>
          <a:xfrm flipH="1">
            <a:off x="11361632" y="4668964"/>
            <a:ext cx="2398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F7B5992B-B482-839C-018D-070C6EB7C5C5}"/>
              </a:ext>
            </a:extLst>
          </p:cNvPr>
          <p:cNvSpPr txBox="1"/>
          <p:nvPr/>
        </p:nvSpPr>
        <p:spPr>
          <a:xfrm>
            <a:off x="3962336" y="5577596"/>
            <a:ext cx="1321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𝜃</a:t>
            </a:r>
            <a:r>
              <a:rPr lang="en-CL" sz="1600" baseline="-25000" dirty="0">
                <a:solidFill>
                  <a:srgbClr val="002060"/>
                </a:solidFill>
              </a:rPr>
              <a:t>rocio</a:t>
            </a:r>
          </a:p>
          <a:p>
            <a:r>
              <a:rPr lang="en-CL" sz="1600" b="1" i="1" baseline="-25000" dirty="0">
                <a:solidFill>
                  <a:srgbClr val="002060"/>
                </a:solidFill>
              </a:rPr>
              <a:t>Estratificado</a:t>
            </a:r>
            <a:endParaRPr lang="en-CL" sz="1600" b="1" i="1" dirty="0">
              <a:solidFill>
                <a:srgbClr val="00206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A49E890-D348-2BFD-0E2D-1D9626406908}"/>
              </a:ext>
            </a:extLst>
          </p:cNvPr>
          <p:cNvSpPr txBox="1"/>
          <p:nvPr/>
        </p:nvSpPr>
        <p:spPr>
          <a:xfrm>
            <a:off x="11546721" y="5448941"/>
            <a:ext cx="831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rgbClr val="002060"/>
                </a:solidFill>
              </a:rPr>
              <a:t>0.5 km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D9DE667-A8F9-FC98-3958-4A9D46C6405F}"/>
              </a:ext>
            </a:extLst>
          </p:cNvPr>
          <p:cNvSpPr txBox="1"/>
          <p:nvPr/>
        </p:nvSpPr>
        <p:spPr>
          <a:xfrm>
            <a:off x="11546721" y="4546962"/>
            <a:ext cx="831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rgbClr val="002060"/>
                </a:solidFill>
              </a:rPr>
              <a:t>1 km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946C2D9-70D5-4402-BC59-C2432243E6EA}"/>
              </a:ext>
            </a:extLst>
          </p:cNvPr>
          <p:cNvSpPr txBox="1"/>
          <p:nvPr/>
        </p:nvSpPr>
        <p:spPr>
          <a:xfrm>
            <a:off x="11546721" y="3922771"/>
            <a:ext cx="831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100" dirty="0">
                <a:solidFill>
                  <a:srgbClr val="002060"/>
                </a:solidFill>
              </a:rPr>
              <a:t>1.3 km</a:t>
            </a:r>
          </a:p>
        </p:txBody>
      </p:sp>
    </p:spTree>
    <p:extLst>
      <p:ext uri="{BB962C8B-B14F-4D97-AF65-F5344CB8AC3E}">
        <p14:creationId xmlns:p14="http://schemas.microsoft.com/office/powerpoint/2010/main" val="164535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52</Words>
  <Application>Microsoft Macintosh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Francisca Muñoz Narbona</dc:creator>
  <cp:lastModifiedBy>Francisca Muñoz Narbona</cp:lastModifiedBy>
  <cp:revision>1</cp:revision>
  <dcterms:created xsi:type="dcterms:W3CDTF">2026-07-06T23:46:04Z</dcterms:created>
  <dcterms:modified xsi:type="dcterms:W3CDTF">2026-07-07T05:13:43Z</dcterms:modified>
</cp:coreProperties>
</file>