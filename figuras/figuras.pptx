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8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B146-5210-6CE0-D1FA-A1D1317F4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C4B67-CF2C-FE1B-B366-5BF03700C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B6ED-3D1D-5CAE-3E14-8E2755AF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74C9-4AB3-61A8-BBF6-27D691C3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62BD-DBDB-CA5A-C1DC-29E9CE98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5099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B161-823B-2E44-42F3-029D0C37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DA65F-BD13-B4C5-9E44-B0C40DD5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F7766-28FF-0495-0E87-75BC0564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58FD-9624-FC10-C24F-7E751E8B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164F6-F20A-E0A3-C421-F0CB85E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0492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96DB-F7EB-7A9F-1686-B8DA9F3B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8EA9A-CAEB-0A3F-8BD4-26163D24E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AD15-12F4-47B5-BE95-0D13268B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9DA4-8FBC-EE3E-BF28-A95628C7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217E-BBE0-5A22-C673-B04BFAC5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54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94D8-9EA3-BCC9-C221-305B7806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25AA-CA9E-B5FC-6620-8E89D359D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F5CF7-237A-1F1B-0B65-99AF5FA86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BDDBE-4293-ED9D-FAB6-CA0E3223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B689-A658-FE70-17F9-1D164D27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20E7-0B90-89E0-2E55-9D42323F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183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75F8-3E9C-B73D-868D-5114A49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6E40B-F0CE-B075-8075-20D1E806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A882C-6CE0-8B48-D214-DD83642D6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F5087-FCB8-9D1E-AD3E-6D7B0F597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E08EC-D09E-704B-E5E9-37EE8F73F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C9D15-6917-2CF6-5376-288E8EAC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B270C-2C1D-769F-4285-6C1EEC43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E9DCF1-0680-B9F4-8555-8B96D7B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9719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E6A8-0565-CA02-1B3E-73D50053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21D10-5947-1C4C-D357-450E2FD7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70F99-3DDA-7788-D9B0-721F313D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99F94-EE5D-C119-26BE-2F521CD0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0198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5854A-B2B6-EAB6-B748-AEB983BE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C03EB-FEB2-D3D3-2EE1-2D969FBC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584C5-30CD-2254-F92B-C4120787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2622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AC0F-D509-32CF-87ED-E6A6C6C0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D6EA-76E2-B6D0-E3E7-D8085A064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914C0-AD10-4465-C54E-F89F28CCA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0384-96B2-EDB6-D046-B4618B23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6D48-1BBE-EE0F-C913-F26A58A8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B9AD4-9FFE-77BB-F733-EFD2C75E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127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93F4-913B-6FAB-B111-2D1932F0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39011-F9E5-6FD4-A309-B56935540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C2794-B020-620B-A8E2-77D6CC8DC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D027-4CB2-4E0F-0CBC-818396EB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ACCC3-83A6-180F-CC0F-9AB44910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CFA6-404F-51AC-8047-81599E94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4182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C17B-7B4C-5D43-E6B6-A10CC5E7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F15C7-63F9-6F22-3333-575DC6EC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B6DA-4450-B6D2-7D59-94975C508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5AEC2-AF3A-3668-6CE4-97404B4D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B2B1-12A0-428C-D010-57D15DC3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949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A36E0-149F-4520-54C7-6D892672E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6D708-18DE-403A-3E6C-C05C3FF3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7FBE-9F97-0887-F66D-E55EC729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8989-C4A7-D098-4962-7B00B831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07751-C1B9-8DD1-95D9-ED3865CA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719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4E27F-C103-F13B-E727-8C68530D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8E6B-9154-1628-EA69-C02212F0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C18AB-32B0-029D-1F8D-114952763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52ED-62D7-F8A2-B694-23FF1DF80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E8E4-9281-EE81-98AB-A3BF0E349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340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ng shot of a desert&#10;&#10;AI-generated content may be incorrect.">
            <a:extLst>
              <a:ext uri="{FF2B5EF4-FFF2-40B4-BE49-F238E27FC236}">
                <a16:creationId xmlns:a16="http://schemas.microsoft.com/office/drawing/2014/main" id="{308E83B8-6F69-5CF9-3403-09B7F857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47" t="16012" b="4983"/>
          <a:stretch>
            <a:fillRect/>
          </a:stretch>
        </p:blipFill>
        <p:spPr>
          <a:xfrm>
            <a:off x="0" y="0"/>
            <a:ext cx="9878712" cy="6858000"/>
          </a:xfrm>
          <a:prstGeom prst="rect">
            <a:avLst/>
          </a:prstGeom>
        </p:spPr>
      </p:pic>
      <p:pic>
        <p:nvPicPr>
          <p:cNvPr id="5" name="Picture 4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941145B2-2E40-4258-B06D-8765EE6B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4" t="13673" r="26050" b="9267"/>
          <a:stretch>
            <a:fillRect/>
          </a:stretch>
        </p:blipFill>
        <p:spPr>
          <a:xfrm>
            <a:off x="7750098" y="172186"/>
            <a:ext cx="1906859" cy="27808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A306B6-F44B-985A-5B38-FCF77ADB3BA7}"/>
              </a:ext>
            </a:extLst>
          </p:cNvPr>
          <p:cNvSpPr txBox="1"/>
          <p:nvPr/>
        </p:nvSpPr>
        <p:spPr>
          <a:xfrm>
            <a:off x="758283" y="4170557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SDC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D2519-75ED-02C5-A2A0-62EA91EF7FF3}"/>
              </a:ext>
            </a:extLst>
          </p:cNvPr>
          <p:cNvSpPr txBox="1"/>
          <p:nvPr/>
        </p:nvSpPr>
        <p:spPr>
          <a:xfrm>
            <a:off x="3464313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SFC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7EC45-CA1C-F627-AEC9-EB65DED5777E}"/>
              </a:ext>
            </a:extLst>
          </p:cNvPr>
          <p:cNvSpPr txBox="1"/>
          <p:nvPr/>
        </p:nvSpPr>
        <p:spPr>
          <a:xfrm>
            <a:off x="7292898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VIS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7359FE-C015-53C9-BB06-2DE4462C7F45}"/>
              </a:ext>
            </a:extLst>
          </p:cNvPr>
          <p:cNvSpPr/>
          <p:nvPr/>
        </p:nvSpPr>
        <p:spPr>
          <a:xfrm>
            <a:off x="7292898" y="3956308"/>
            <a:ext cx="546409" cy="48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3E1FDDAE-47B7-AC0D-E900-626DE14565C6}"/>
              </a:ext>
            </a:extLst>
          </p:cNvPr>
          <p:cNvCxnSpPr>
            <a:stCxn id="11" idx="6"/>
          </p:cNvCxnSpPr>
          <p:nvPr/>
        </p:nvCxnSpPr>
        <p:spPr>
          <a:xfrm flipV="1">
            <a:off x="7839307" y="2953023"/>
            <a:ext cx="864220" cy="124422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23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4FF8493D-812D-4EFF-0D10-30F298E1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216761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25C63A-3458-36AA-674F-F3422DD07636}"/>
              </a:ext>
            </a:extLst>
          </p:cNvPr>
          <p:cNvCxnSpPr/>
          <p:nvPr/>
        </p:nvCxnSpPr>
        <p:spPr>
          <a:xfrm flipH="1" flipV="1">
            <a:off x="4973444" y="3429000"/>
            <a:ext cx="334536" cy="986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5D2B6-9040-4308-EA3E-A731617D2E4D}"/>
              </a:ext>
            </a:extLst>
          </p:cNvPr>
          <p:cNvCxnSpPr>
            <a:cxnSpLocks/>
          </p:cNvCxnSpPr>
          <p:nvPr/>
        </p:nvCxnSpPr>
        <p:spPr>
          <a:xfrm flipH="1" flipV="1">
            <a:off x="4761571" y="1594624"/>
            <a:ext cx="211873" cy="17358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3080DE-8270-D5B0-AE21-6CD3C54BDB5E}"/>
              </a:ext>
            </a:extLst>
          </p:cNvPr>
          <p:cNvCxnSpPr>
            <a:cxnSpLocks/>
          </p:cNvCxnSpPr>
          <p:nvPr/>
        </p:nvCxnSpPr>
        <p:spPr>
          <a:xfrm flipV="1">
            <a:off x="4148254" y="1594624"/>
            <a:ext cx="507380" cy="144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B4C389-34F4-BF35-E9A2-11BC8109903B}"/>
              </a:ext>
            </a:extLst>
          </p:cNvPr>
          <p:cNvCxnSpPr>
            <a:cxnSpLocks/>
          </p:cNvCxnSpPr>
          <p:nvPr/>
        </p:nvCxnSpPr>
        <p:spPr>
          <a:xfrm>
            <a:off x="3813717" y="1170878"/>
            <a:ext cx="334537" cy="568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8A767A-B0B0-B79E-BA2E-FAC4125626D4}"/>
              </a:ext>
            </a:extLst>
          </p:cNvPr>
          <p:cNvCxnSpPr>
            <a:cxnSpLocks/>
          </p:cNvCxnSpPr>
          <p:nvPr/>
        </p:nvCxnSpPr>
        <p:spPr>
          <a:xfrm>
            <a:off x="3490332" y="702527"/>
            <a:ext cx="323385" cy="468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B4BD4C-6A94-3631-9944-62A8D15D63BD}"/>
              </a:ext>
            </a:extLst>
          </p:cNvPr>
          <p:cNvCxnSpPr>
            <a:cxnSpLocks/>
          </p:cNvCxnSpPr>
          <p:nvPr/>
        </p:nvCxnSpPr>
        <p:spPr>
          <a:xfrm>
            <a:off x="3033132" y="624468"/>
            <a:ext cx="446048" cy="78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6DF17A-84C9-8A82-F256-C9A103C1E339}"/>
              </a:ext>
            </a:extLst>
          </p:cNvPr>
          <p:cNvCxnSpPr>
            <a:cxnSpLocks/>
          </p:cNvCxnSpPr>
          <p:nvPr/>
        </p:nvCxnSpPr>
        <p:spPr>
          <a:xfrm flipV="1">
            <a:off x="2386361" y="741556"/>
            <a:ext cx="646771" cy="195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04F6ED-65DE-E51D-16A4-3EF37B1D3B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1984" y="3191109"/>
            <a:ext cx="336395" cy="3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4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E4036770-2C8C-ED06-BED4-78FFDC9E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70" b="12522"/>
          <a:stretch>
            <a:fillRect/>
          </a:stretch>
        </p:blipFill>
        <p:spPr>
          <a:xfrm>
            <a:off x="0" y="4069"/>
            <a:ext cx="7992533" cy="599930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85F708-0095-4E4D-671C-0458CF2B7670}"/>
              </a:ext>
            </a:extLst>
          </p:cNvPr>
          <p:cNvCxnSpPr/>
          <p:nvPr/>
        </p:nvCxnSpPr>
        <p:spPr>
          <a:xfrm flipH="1" flipV="1">
            <a:off x="4951141" y="3300761"/>
            <a:ext cx="312235" cy="1170878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3E1462-5795-347D-F2A5-CDF544EE5635}"/>
              </a:ext>
            </a:extLst>
          </p:cNvPr>
          <p:cNvCxnSpPr/>
          <p:nvPr/>
        </p:nvCxnSpPr>
        <p:spPr>
          <a:xfrm flipH="1" flipV="1">
            <a:off x="4739268" y="1572322"/>
            <a:ext cx="211873" cy="172843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4A1C9-E0C7-64B2-12B2-E93FFB25DEEB}"/>
              </a:ext>
            </a:extLst>
          </p:cNvPr>
          <p:cNvCxnSpPr/>
          <p:nvPr/>
        </p:nvCxnSpPr>
        <p:spPr>
          <a:xfrm flipH="1">
            <a:off x="4159405" y="1572322"/>
            <a:ext cx="579863" cy="12266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ABC957-0E23-C8CB-BB18-CA33BD37CFE0}"/>
              </a:ext>
            </a:extLst>
          </p:cNvPr>
          <p:cNvCxnSpPr/>
          <p:nvPr/>
        </p:nvCxnSpPr>
        <p:spPr>
          <a:xfrm flipH="1" flipV="1">
            <a:off x="3813717" y="1182029"/>
            <a:ext cx="345688" cy="512956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2E190C-D2AB-CE47-595E-434D959C22F5}"/>
              </a:ext>
            </a:extLst>
          </p:cNvPr>
          <p:cNvCxnSpPr/>
          <p:nvPr/>
        </p:nvCxnSpPr>
        <p:spPr>
          <a:xfrm flipH="1" flipV="1">
            <a:off x="3501483" y="713678"/>
            <a:ext cx="312234" cy="468351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264CD3-CE13-B999-7E49-C6C1DFF84304}"/>
              </a:ext>
            </a:extLst>
          </p:cNvPr>
          <p:cNvCxnSpPr>
            <a:cxnSpLocks/>
          </p:cNvCxnSpPr>
          <p:nvPr/>
        </p:nvCxnSpPr>
        <p:spPr>
          <a:xfrm flipH="1" flipV="1">
            <a:off x="3066585" y="624468"/>
            <a:ext cx="434898" cy="7805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0F79D6-C47D-A452-5334-5AF9F2DB6F34}"/>
              </a:ext>
            </a:extLst>
          </p:cNvPr>
          <p:cNvCxnSpPr>
            <a:cxnSpLocks/>
          </p:cNvCxnSpPr>
          <p:nvPr/>
        </p:nvCxnSpPr>
        <p:spPr>
          <a:xfrm flipH="1">
            <a:off x="2386361" y="713678"/>
            <a:ext cx="680224" cy="234175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F2DC49-9417-6FD9-403A-B640B5EB69D9}"/>
              </a:ext>
            </a:extLst>
          </p:cNvPr>
          <p:cNvSpPr txBox="1"/>
          <p:nvPr/>
        </p:nvSpPr>
        <p:spPr>
          <a:xfrm>
            <a:off x="5406334" y="4324664"/>
            <a:ext cx="194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48m </a:t>
            </a:r>
            <a:r>
              <a:rPr lang="en-CL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 y -70.18°)</a:t>
            </a:r>
            <a:endParaRPr lang="en-CL" sz="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92B12-8106-1BF2-3B5F-8CBD68BE5626}"/>
              </a:ext>
            </a:extLst>
          </p:cNvPr>
          <p:cNvSpPr txBox="1"/>
          <p:nvPr/>
        </p:nvSpPr>
        <p:spPr>
          <a:xfrm>
            <a:off x="5062652" y="3176088"/>
            <a:ext cx="232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518m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-20.54°, -70.15°)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36A299-ACA1-B867-2642-A21EFB91CD33}"/>
              </a:ext>
            </a:extLst>
          </p:cNvPr>
          <p:cNvSpPr txBox="1"/>
          <p:nvPr/>
        </p:nvSpPr>
        <p:spPr>
          <a:xfrm>
            <a:off x="4845203" y="1396465"/>
            <a:ext cx="2451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780m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-20.53°, -70.09°)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616A2-253E-6599-DCDB-B43CFF7A919B}"/>
              </a:ext>
            </a:extLst>
          </p:cNvPr>
          <p:cNvSpPr txBox="1"/>
          <p:nvPr/>
        </p:nvSpPr>
        <p:spPr>
          <a:xfrm>
            <a:off x="3368449" y="1844523"/>
            <a:ext cx="172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600" b="1" dirty="0">
                <a:solidFill>
                  <a:schemeClr val="bg1"/>
                </a:solidFill>
              </a:rPr>
              <a:t>862m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(-20.52°, -70.10°)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399C5-6A48-C034-3FB6-36F724C11BAA}"/>
              </a:ext>
            </a:extLst>
          </p:cNvPr>
          <p:cNvSpPr txBox="1"/>
          <p:nvPr/>
        </p:nvSpPr>
        <p:spPr>
          <a:xfrm>
            <a:off x="3902926" y="1009739"/>
            <a:ext cx="3181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1069m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-20.51°, 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975FF8-8936-1C6A-AFB2-7F197A337986}"/>
              </a:ext>
            </a:extLst>
          </p:cNvPr>
          <p:cNvSpPr txBox="1"/>
          <p:nvPr/>
        </p:nvSpPr>
        <p:spPr>
          <a:xfrm>
            <a:off x="3616360" y="596694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1128m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-20.50°,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C73CF1-A7AF-80A0-B12E-DB3B29F14A8F}"/>
              </a:ext>
            </a:extLst>
          </p:cNvPr>
          <p:cNvSpPr txBox="1"/>
          <p:nvPr/>
        </p:nvSpPr>
        <p:spPr>
          <a:xfrm>
            <a:off x="2681867" y="220116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1193m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-20.49°,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00F115-4508-3A4A-7F77-6BE7D115A328}"/>
              </a:ext>
            </a:extLst>
          </p:cNvPr>
          <p:cNvSpPr txBox="1"/>
          <p:nvPr/>
        </p:nvSpPr>
        <p:spPr>
          <a:xfrm>
            <a:off x="2615657" y="867356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1211m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(-20.49°,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-70.06°)</a:t>
            </a:r>
            <a:endParaRPr lang="en-CL" sz="7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F513E-53B4-4684-ED40-92776671C5F1}"/>
              </a:ext>
            </a:extLst>
          </p:cNvPr>
          <p:cNvSpPr txBox="1"/>
          <p:nvPr/>
        </p:nvSpPr>
        <p:spPr>
          <a:xfrm>
            <a:off x="1522140" y="889084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1354m</a:t>
            </a:r>
          </a:p>
          <a:p>
            <a:pPr algn="ctr"/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-20.48°,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883CBA9-CF65-1DAB-EB50-2BD8C61B76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95023" y="3176088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6E9BA3-4E9B-3F3B-F2C4-15026CF290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83150" y="1438507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F45848-C749-1B84-D492-C18162F764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6984" y="155916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62F490D-4810-2C11-5664-0A25557313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4389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1F344F-CBE5-D043-365B-62B550ED01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65801" y="1053286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24FBDA-79EF-51A6-A474-786C0DC338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23669" y="512505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7" name="Picture 3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871278-A153-28F8-33D9-2E14FC7E7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052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D76E6C-A858-371A-1071-666D74F346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5494" y="853621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CE2295B-B2A2-B4CA-8D6B-8E86D4CB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099" y="4324664"/>
            <a:ext cx="338554" cy="33855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9F1446B9-30DE-3C52-F281-F03AE5C340E6}"/>
              </a:ext>
            </a:extLst>
          </p:cNvPr>
          <p:cNvSpPr/>
          <p:nvPr/>
        </p:nvSpPr>
        <p:spPr>
          <a:xfrm>
            <a:off x="2308301" y="88200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0B6B83-0AF3-46A7-960A-FA3EDF79D2C8}"/>
              </a:ext>
            </a:extLst>
          </p:cNvPr>
          <p:cNvSpPr/>
          <p:nvPr/>
        </p:nvSpPr>
        <p:spPr>
          <a:xfrm>
            <a:off x="2896368" y="654909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05591FE-6375-0D72-B3C0-EF504B78D57C}"/>
              </a:ext>
            </a:extLst>
          </p:cNvPr>
          <p:cNvSpPr/>
          <p:nvPr/>
        </p:nvSpPr>
        <p:spPr>
          <a:xfrm>
            <a:off x="3381608" y="642753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52694AC-5F4F-BD2B-9FA2-BADFCF100AAE}"/>
              </a:ext>
            </a:extLst>
          </p:cNvPr>
          <p:cNvSpPr/>
          <p:nvPr/>
        </p:nvSpPr>
        <p:spPr>
          <a:xfrm>
            <a:off x="4091105" y="163063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DE4995-B117-DE00-D7C1-229A8F85D041}"/>
              </a:ext>
            </a:extLst>
          </p:cNvPr>
          <p:cNvSpPr/>
          <p:nvPr/>
        </p:nvSpPr>
        <p:spPr>
          <a:xfrm>
            <a:off x="3710569" y="1090835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F0266BD-B972-6A58-C905-207E750397E1}"/>
              </a:ext>
            </a:extLst>
          </p:cNvPr>
          <p:cNvSpPr/>
          <p:nvPr/>
        </p:nvSpPr>
        <p:spPr>
          <a:xfrm>
            <a:off x="4634566" y="147597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06BD88-2CAE-6E6F-2BAC-BD05791D9869}"/>
              </a:ext>
            </a:extLst>
          </p:cNvPr>
          <p:cNvSpPr/>
          <p:nvPr/>
        </p:nvSpPr>
        <p:spPr>
          <a:xfrm>
            <a:off x="4861931" y="322348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3E8494-2961-E52F-B18F-51FE8A342D69}"/>
              </a:ext>
            </a:extLst>
          </p:cNvPr>
          <p:cNvSpPr/>
          <p:nvPr/>
        </p:nvSpPr>
        <p:spPr>
          <a:xfrm>
            <a:off x="5163015" y="4379641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A40827-3375-4521-33EE-1489365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5" y="3752999"/>
            <a:ext cx="1463225" cy="2194837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62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74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Muñoz Narbona</dc:creator>
  <cp:lastModifiedBy>Francisca Muñoz Narbona</cp:lastModifiedBy>
  <cp:revision>4</cp:revision>
  <dcterms:created xsi:type="dcterms:W3CDTF">2026-06-01T21:44:36Z</dcterms:created>
  <dcterms:modified xsi:type="dcterms:W3CDTF">2026-07-07T05:32:15Z</dcterms:modified>
</cp:coreProperties>
</file>